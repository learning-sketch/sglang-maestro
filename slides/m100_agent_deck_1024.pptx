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【封面】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封面停留十秒左右。一句话开场：今天讲的是怎么把模型适配里那些重复做的判断，组织成两个能自动跑、而且结果可验收的 Agent。右边四格是接下来的顺序。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【1 / 9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【2 / 9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【3 / 9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7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7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【4 / 9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【5 / 9 · 模型层 · 候选验收与可信度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右边放这条流水线判出来的实际结果。最后一条口径：只有独立复验通过的收益才进入最终交付，筛选阶段看起来有收益、复验没过的，一个都不算。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【6 / 9 · 算子层 · 生成与迭代 · 约 100 秒（1:40）】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右边是目前的实测样例，RMSNorm：固定 4096 乘 4096 的负载，相对基线加速 1.24 倍，741.2 微秒降到 595.6。最优版本重复测了两次，595.64 和 595.63，结果接近。这是单算子样例，还没有规模化统计，所以这里不报聚合指标。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1.24 倍的基线是哪一个实现，需要讲清楚：相对未调优实现、相对现有库实现、还是相对第 0 轮反推出来的规格，结论的分量完全不同。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最优版本只重复测了两次。两次接近说明没有明显抖动，但不足以支撑噪声水平的结论，被追问时按实际重复次数回答，不要说成已验证稳定。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【7 / 9 · 回到模型层看收益 · 约 115 秒（1:55）】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上一页说算子快了不等于模型快了，这一页用一个算例说明能差多少。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【8 / 9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【9 / 9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2066543"/>
            <a:ext cx="50292" cy="256032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029968"/>
            <a:ext cx="54864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2026 KUNLUNXIN · 1024</a:t>
            </a:r>
            <a:r>
              <a:rPr sz="115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 程序员节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32304"/>
            <a:ext cx="9592056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把模型适配里的重复判断，交给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959205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M100 Model-Agent 与 XPUGen 算子 Agent：两层自动迭代，一套固定验收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858768"/>
            <a:ext cx="2194560" cy="0"/>
          </a:xfrm>
          <a:prstGeom prst="line">
            <a:avLst/>
          </a:prstGeom>
          <a:ln w="31750">
            <a:solidFill>
              <a:srgbClr val="0F62CE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548640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P1 - 2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痛点与位置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成本花在哪，Agent 在哪一层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2535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2535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3703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P3 - 5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怎么跑完，收益凭什么可信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7599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写与判分开，判的一侧无模型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0327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20327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1495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P7 - 9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1495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收益与现状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算子快了值多少，哪些已跑通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984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SGLang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后端　·　昆仑芯 </a:t>
            </a: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M100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·　技术评审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90288"/>
            <a:ext cx="11094415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60857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8289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6 页展开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5" name="TextBox 44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9" name="Freeform 38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8" name="Oval 47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50" name="Oval 49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52" name="Oval 51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4" name="Oval 53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8" name="Freeform 57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15968"/>
            <a:ext cx="6156655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15968"/>
            <a:ext cx="45720" cy="1188720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389120"/>
            <a:ext cx="57543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9" name="Oval 28"/>
          <p:cNvSpPr/>
          <p:nvPr/>
        </p:nvSpPr>
        <p:spPr>
          <a:xfrm>
            <a:off x="749808" y="474573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4663440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31" name="Oval 30"/>
          <p:cNvSpPr/>
          <p:nvPr/>
        </p:nvSpPr>
        <p:spPr>
          <a:xfrm>
            <a:off x="749808" y="503834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" y="4956048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33" name="Oval 32"/>
          <p:cNvSpPr/>
          <p:nvPr/>
        </p:nvSpPr>
        <p:spPr>
          <a:xfrm>
            <a:off x="749808" y="533095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5248655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DEEDFA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5.0 × 4.18 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21" name="Freeform 20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RMSNorm 实测样例</a:t>
            </a: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4096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BF16 + gamma · 6 SDNN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741.2 → 595.6 µs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595.64 / 595.63 µs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两次复测结果接近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基线实现的口径需在讲述时说明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1737360"/>
            <a:ext cx="4876495" cy="3547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1792224"/>
            <a:ext cx="4547311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3" name="Oval 32"/>
          <p:cNvSpPr/>
          <p:nvPr/>
        </p:nvSpPr>
        <p:spPr>
          <a:xfrm>
            <a:off x="6931152" y="219456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1" y="2167128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250545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6" name="Oval 35"/>
          <p:cNvSpPr/>
          <p:nvPr/>
        </p:nvSpPr>
        <p:spPr>
          <a:xfrm>
            <a:off x="6931152" y="3785615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1" y="3758183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1" y="4096511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9" name="Oval 38"/>
          <p:cNvSpPr/>
          <p:nvPr/>
        </p:nvSpPr>
        <p:spPr>
          <a:xfrm>
            <a:off x="6931152" y="466344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631" y="4636007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2631" y="497433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42632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18120" y="2889504"/>
            <a:ext cx="2928274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746394" y="2889504"/>
            <a:ext cx="366034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112428" y="288950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2632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3163824"/>
            <a:ext cx="1830171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48291" y="3163824"/>
            <a:ext cx="1464137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112428" y="316382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18120" y="3451860"/>
            <a:ext cx="118872" cy="118872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82712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67928" y="3451860"/>
            <a:ext cx="118872" cy="118872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32520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73768" y="3451860"/>
            <a:ext cx="118872" cy="118872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97896" y="3401568"/>
            <a:ext cx="880567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AFCEE1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33" name="Freeform 32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D4147A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第 4 - 6 页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7FA4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30" name="Oval 29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7 - 8 页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2" name="Oval 41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