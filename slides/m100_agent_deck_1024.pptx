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【封面】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封面停留十秒左右。一句话开场：今天讲的是怎么把模型适配里那些重复做的判断，组织成两个能自动跑、而且结果可验收的 Agent。右边四格是接下来的顺序。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微秒、0.468，当场丢弃；第 4 轮想把系数挪到 host 侧折好，但每次调用都要把系数 H2D 上传一遍，连上传一起算 17.60 微秒、0.401，是八轮里最差的一个，也丢弃。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0.401 是按 17.60 微秒的整体耗时算的，里面含每次调用的 H2D 上传。kernel 本身没有变慢，是这次上传把整体拖垮了，所以丢弃的理由是整体变慢。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66543"/>
            <a:ext cx="50292" cy="256032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29968"/>
            <a:ext cx="54864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2026 KUNLUNXIN · 1024</a:t>
            </a:r>
            <a:r>
              <a:rPr sz="11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 程序员节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32304"/>
            <a:ext cx="9592056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把模型适配里的重复判断，交给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959205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Model-Agent 与 XPUGen 算子 Agent：两层自动迭代，一套固定验收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58768"/>
            <a:ext cx="2194560" cy="0"/>
          </a:xfrm>
          <a:prstGeom prst="line">
            <a:avLst/>
          </a:prstGeom>
          <a:ln w="31750">
            <a:solidFill>
              <a:srgbClr val="0F62CE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548640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P1 - 2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痛点与位置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成本花在哪，Agent 在哪一层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2535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2535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703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怎么跑完，收益凭什么可信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P6 - 7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写与判分开，一次实测迭代记录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0327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0327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1495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P8 - 10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1495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收益与现状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算子快了值多少，哪些已跑通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984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SGLang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后端　·　昆仑芯 </a:t>
            </a: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M100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90288"/>
            <a:ext cx="11094415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60857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8289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9" name="Freeform 38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0" name="Oval 49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2" name="Oval 51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4" name="Oval 53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8" name="Freeform 57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615665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15968"/>
            <a:ext cx="45720" cy="1188720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89120"/>
            <a:ext cx="57543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9" name="Oval 28"/>
          <p:cNvSpPr/>
          <p:nvPr/>
        </p:nvSpPr>
        <p:spPr>
          <a:xfrm>
            <a:off x="749808" y="474573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4663440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31" name="Oval 30"/>
          <p:cNvSpPr/>
          <p:nvPr/>
        </p:nvSpPr>
        <p:spPr>
          <a:xfrm>
            <a:off x="749808" y="503834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4956048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33" name="Oval 32"/>
          <p:cNvSpPr/>
          <p:nvPr/>
        </p:nvSpPr>
        <p:spPr>
          <a:xfrm>
            <a:off x="749808" y="533095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248655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DEEDFA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21" name="Freeform 20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4204498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410391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738589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638005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505635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40505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272681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3172097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039726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21792" y="293914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706188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573818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21792" y="247323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2806772"/>
            <a:ext cx="5349240" cy="0"/>
          </a:xfrm>
          <a:prstGeom prst="line">
            <a:avLst/>
          </a:prstGeom>
          <a:ln w="12700">
            <a:solidFill>
              <a:srgbClr val="0F62CE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1188720" y="2727568"/>
            <a:ext cx="5349240" cy="0"/>
          </a:xfrm>
          <a:prstGeom prst="line">
            <a:avLst/>
          </a:prstGeom>
          <a:ln w="12700">
            <a:solidFill>
              <a:srgbClr val="D4147A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691640" y="358949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99640" y="3268022"/>
            <a:ext cx="508000" cy="321476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707640" y="3268022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215640" y="3268022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3723640" y="2718249"/>
            <a:ext cx="508000" cy="549773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231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4739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247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755640" y="2667000"/>
            <a:ext cx="508000" cy="51249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2" name="Oval 51"/>
          <p:cNvSpPr/>
          <p:nvPr/>
        </p:nvSpPr>
        <p:spPr>
          <a:xfrm>
            <a:off x="1627632" y="3525490"/>
            <a:ext cx="128016" cy="128016"/>
          </a:xfrm>
          <a:prstGeom prst="ellipse">
            <a:avLst/>
          </a:prstGeom>
          <a:solidFill>
            <a:srgbClr val="40708B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25880" y="368093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4" name="Oval 53"/>
          <p:cNvSpPr/>
          <p:nvPr/>
        </p:nvSpPr>
        <p:spPr>
          <a:xfrm>
            <a:off x="2643632" y="3204014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41880" y="2993702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6" name="Oval 55"/>
          <p:cNvSpPr/>
          <p:nvPr/>
        </p:nvSpPr>
        <p:spPr>
          <a:xfrm>
            <a:off x="3151632" y="3823672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49880" y="361336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8" name="Oval 57"/>
          <p:cNvSpPr/>
          <p:nvPr/>
        </p:nvSpPr>
        <p:spPr>
          <a:xfrm>
            <a:off x="3659632" y="4135831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57880" y="392551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60" name="Oval 59"/>
          <p:cNvSpPr/>
          <p:nvPr/>
        </p:nvSpPr>
        <p:spPr>
          <a:xfrm>
            <a:off x="4167632" y="2654241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65880" y="244392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62" name="Oval 61"/>
          <p:cNvSpPr/>
          <p:nvPr/>
        </p:nvSpPr>
        <p:spPr>
          <a:xfrm>
            <a:off x="4675632" y="2658901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76772" y="2580132"/>
            <a:ext cx="173736" cy="173736"/>
          </a:xfrm>
          <a:prstGeom prst="ellipse">
            <a:avLst/>
          </a:prstGeom>
          <a:solidFill>
            <a:srgbClr val="0F62C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97879" y="239268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µs 含每次调用的 H2D 上传，不只是 kernel 本身；交付复测、地板探针、下排 shape 表各为独立批次，0.730 与 0.724 不应互相换算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737360"/>
            <a:ext cx="4876495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1792224"/>
            <a:ext cx="4547311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3" name="Oval 32"/>
          <p:cNvSpPr/>
          <p:nvPr/>
        </p:nvSpPr>
        <p:spPr>
          <a:xfrm>
            <a:off x="6931152" y="219456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2167128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50545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6" name="Oval 35"/>
          <p:cNvSpPr/>
          <p:nvPr/>
        </p:nvSpPr>
        <p:spPr>
          <a:xfrm>
            <a:off x="6931152" y="3785615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758183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4096511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9" name="Oval 38"/>
          <p:cNvSpPr/>
          <p:nvPr/>
        </p:nvSpPr>
        <p:spPr>
          <a:xfrm>
            <a:off x="6931152" y="466344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4636007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1" y="497433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42632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2889504"/>
            <a:ext cx="2928274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6394" y="2889504"/>
            <a:ext cx="366034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112428" y="288950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2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163824"/>
            <a:ext cx="1830171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48291" y="3163824"/>
            <a:ext cx="1464137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12428" y="316382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18120" y="3451860"/>
            <a:ext cx="118872" cy="118872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82712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67928" y="3451860"/>
            <a:ext cx="118872" cy="118872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3768" y="3451860"/>
            <a:ext cx="118872" cy="118872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7896" y="3401568"/>
            <a:ext cx="8805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AFCEE1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3" name="Freeform 32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D4147A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30" name="Oval 29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2" name="Oval 41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