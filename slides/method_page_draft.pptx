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64008" cy="347472"/>
          </a:xfrm>
          <a:prstGeom prst="rect">
            <a:avLst/>
          </a:prstGeom>
          <a:solidFill>
            <a:srgbClr val="30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01752"/>
            <a:ext cx="95097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M100 Agent：热点是怎么定位出来的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11094415" cy="31089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28655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诊断负载　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batch 32 · 输入 1024 · 生成 64 · 取 20 个 decode step · 实测平均 KV 1034.5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口径　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采样进程关闭 CUDA Graph 与 overlap，只用于定位，不参与任何收益计算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2622727" cy="3657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89888"/>
            <a:ext cx="2743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389888"/>
            <a:ext cx="205579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 Trace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2622727" cy="23591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独立进程，用完即弃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20824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发 start / stop，跑固定诊断请求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221992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关 CUDA Graph 与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395728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为的是每个 kernel 能单独计时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96896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正式压测另起一套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770632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保留冻结配置、关掉 profiler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" y="3236976"/>
            <a:ext cx="2311831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04088" y="3300984"/>
            <a:ext cx="23118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自检　</a:t>
            </a: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一个 step 三个时间 ·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520439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采样进程 · 主机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6111" y="3520439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180.89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712463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采样进程 · 设备 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6111" y="3712463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23.92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904487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真实服务 · 出字间隔 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6111" y="3904487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29.39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72535" y="1389888"/>
            <a:ext cx="2622727" cy="3657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8839" y="1389888"/>
            <a:ext cx="2743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1447" y="1389888"/>
            <a:ext cx="205579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归因到源码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2535" y="1755648"/>
            <a:ext cx="2622727" cy="23591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7983" y="1847088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四步定位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7983" y="2020824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step 窗口 → CPU 最内层源码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7983" y="2176272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→ launch 关联 → 设备 kernel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7983" y="2377440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源码 scope 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7983" y="2551176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kernel 名只在没有 scope 时兜底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7983" y="2752344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不重复计时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7983" y="2926080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CPU 标注与 GPU 事件不叠加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27983" y="3236976"/>
            <a:ext cx="231183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527983" y="3300984"/>
            <a:ext cx="23118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自检　</a:t>
            </a: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各类时间能不能相加 ·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7983" y="3520439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kernel 时间总和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0007" y="3520439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23.920670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7983" y="3712463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各 kernel 区间并集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0007" y="3712463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23.920008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7983" y="3904487"/>
            <a:ext cx="2311831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重叠 0.0028% · 未归因 0.0106%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98799" y="1572768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6196431" y="1389888"/>
            <a:ext cx="2622727" cy="3657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2735" y="1389888"/>
            <a:ext cx="2743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5343" y="1389888"/>
            <a:ext cx="205579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 Roofline 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6431" y="1755648"/>
            <a:ext cx="2622727" cy="23591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1879" y="1847088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字节从 config 解析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1879" y="2020824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与设备计时是独立的两条路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1879" y="2221992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按精度分域计费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1879" y="2395728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专家 FP8 记 1 字节，其余 2 字节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1879" y="2596896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专家字节用路由实测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1879" y="2770632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实测均值 40.0，均匀假设 110.8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51879" y="3236976"/>
            <a:ext cx="231183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351879" y="3300984"/>
            <a:ext cx="23118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自检　</a:t>
            </a: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下界取三者中最大的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1879" y="3520439"/>
            <a:ext cx="2311831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算力下界 = FLOPs ÷ 精度上界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1879" y="3712463"/>
            <a:ext cx="2311831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访存下界 = 最小字节 ÷ 带宽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1879" y="3904487"/>
            <a:ext cx="2311831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离上限 = 实测 ÷ 下界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22695" y="1572768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9020327" y="1389888"/>
            <a:ext cx="2622727" cy="3657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66631" y="1389888"/>
            <a:ext cx="27432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59239" y="1389888"/>
            <a:ext cx="2055799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排序并证伪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20327" y="1755648"/>
            <a:ext cx="2622727" cy="23591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75775" y="1847088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按离上限倍数排序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75775" y="2020824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RoPE 280× · 重排 45×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75775" y="2176272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Norm 33× · 逐元素 22×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75775" y="2377440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账本只排序，不定因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75775" y="2551176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「发射太多」是假设，不是结论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75775" y="2752344"/>
            <a:ext cx="2311831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先找反例再动手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75775" y="2926080"/>
            <a:ext cx="2311831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probe 先证伪，再提补丁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175775" y="3236976"/>
            <a:ext cx="2311832" cy="0"/>
          </a:xfrm>
          <a:prstGeom prst="line">
            <a:avLst/>
          </a:prstGeom>
          <a:ln w="9525">
            <a:solidFill>
              <a:srgbClr val="DDE2E7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9175775" y="3300984"/>
            <a:ext cx="23118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自检　</a:t>
            </a: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改之前先拿反例验一次 · µs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75775" y="3520439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连续合成输入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37799" y="3520439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65.86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75775" y="3712463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真实 stride · 回退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37799" y="3712463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120.56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5775" y="3904487"/>
            <a:ext cx="1562023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重排后 native 恢复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37799" y="3904487"/>
            <a:ext cx="749808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6202A"/>
                </a:solidFill>
                <a:latin typeface="Consolas"/>
                <a:ea typeface="Microsoft YaHei"/>
                <a:cs typeface="Microsoft YaHei"/>
              </a:rPr>
              <a:t>68.60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846591" y="1572768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79" name="TextBox 78"/>
          <p:cNvSpPr txBox="1"/>
          <p:nvPr/>
        </p:nvSpPr>
        <p:spPr>
          <a:xfrm>
            <a:off x="548640" y="4242816"/>
            <a:ext cx="110944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同一套账本，三种结局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方法可信，靠的是它敢判自己失败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517136"/>
            <a:ext cx="3576218" cy="8412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8640" y="4517136"/>
            <a:ext cx="54864" cy="841248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" y="4581144"/>
            <a:ext cx="313730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验证了方法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decode attention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4828032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 config 算 KV 读取量，折合下界 2.958 ms；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6384" y="5029200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profiler 实测 3.086 ms，两条独立的路只差 4.3%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07738" y="4517136"/>
            <a:ext cx="3576218" cy="8412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07738" y="4517136"/>
            <a:ext cx="54864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45482" y="4581144"/>
            <a:ext cx="313730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找到了目标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多模态 3D-RoPE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45482" y="4828032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每步 912 次调用，每次只搬 30.3 KB、耗 7.9 µs，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45482" y="5029200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等效 3.9 GB/s——这张卡的带宽是 1100 GB/s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66836" y="4517136"/>
            <a:ext cx="3576218" cy="8412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66836" y="4517136"/>
            <a:ext cx="54864" cy="841248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04580" y="4581144"/>
            <a:ext cx="3137306" cy="228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自检判失败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　专家 GEMM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04580" y="4828032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实测 5.843 ms 比下界 8.242 ms 还快 29%；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04580" y="5029200"/>
            <a:ext cx="313730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不是跑得超神，是账本高估了访存量，隔离待校准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8640" y="5486400"/>
            <a:ext cx="64008" cy="45720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9536" y="5486400"/>
            <a:ext cx="1045433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口径　</a:t>
            </a:r>
            <a:r>
              <a:rPr sz="16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账本能排出顺序，不能证明瓶颈；每个方向都先用反例实验证伪，再动手改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016752"/>
            <a:ext cx="11094415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天花板　</a:t>
            </a: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HBM 1100 GB/s、BF16 122.5 TFLOPS 为历史测量值，FP8 294.912 为标称值，SFU 上界至今未测得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逻辑最小字节量不是物理 HBM 流量；理论可省时间不是已兑现收益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