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【痛点 · 约 90 秒（1:30）】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先把痛点摆清楚。左边是模型侧的节奏：每年上百个新开源模型，参数量到万亿级，结构一直在变，社区从发布到跑通是按天算的。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右边是我们这一侧的成本，也是这一页真正要量化的三个数：一个模型从 bring-up 到达标要多少人周、平均要补多少个算子、人肉试错多少轮。（按实测数字讲。）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这三个数里最贵的不是算力，是重复判断：同样的问题换个模型再判一遍，经验沉不下来。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中间这句是整页的要害：芯片竞争力等于硬件算力、软件栈成熟度、模型覆盖度三者的函数。硬件算力在发布会那天就定型了，模型覆盖度每天都在被社区重写——适配追不上迭代，差距就是滚雪球的。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所以命题只有一个：要追更多模型，只能把单个模型的适配工作量降下来，把人肉的重复判断交给 Agent，一个模型一个模型往下压。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后面就用优化曲线、收敛曲线和实测数据来回答这个命题。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右边三个数的口径：人周按 bring-up 到精度与性能双达标统计；算子数按该模型新增或需要重写的算子实现计；轮次按一次完整的改—测—判算一轮。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未调优 kernel 与最优实现相差一个数量级，这是适配不能跳过的原因，也是后面算子层那条线要解决的问题。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痛点 · 适配成本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模型适配调优，是生态竞争中最昂贵的一环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模型按天迭代，适配按月交付；这一页先把这笔成本量化，后面回答怎么把它降下来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5029200" cy="248716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75104"/>
            <a:ext cx="455371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模型侧</a:t>
            </a:r>
            <a:r>
              <a:rPr sz="11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按天迭代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77440"/>
            <a:ext cx="128016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100+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7984" y="2395728"/>
            <a:ext cx="31821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每年新增的开源模型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984" y="2651760"/>
            <a:ext cx="318211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qwen · deepseek · kimi 系列持续迭代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99232"/>
            <a:ext cx="128016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万亿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3017520"/>
            <a:ext cx="31821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新模型的参数量级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3273552"/>
            <a:ext cx="318211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结构持续升级，适配难度随之增加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621024"/>
            <a:ext cx="128016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7984" y="3639312"/>
            <a:ext cx="31821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社区的迭代节奏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3895344"/>
            <a:ext cx="318211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新模型发布到社区跑通，按天计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3855" y="1847088"/>
            <a:ext cx="5029200" cy="248716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1599" y="1975104"/>
            <a:ext cx="455371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适配侧</a:t>
            </a:r>
            <a:r>
              <a:rPr sz="11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按月交付</a:t>
            </a:r>
            <a:r>
              <a:rPr sz="10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　数字待填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1599" y="2468880"/>
            <a:ext cx="1188720" cy="402336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3199" y="2395728"/>
            <a:ext cx="31821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一个模型的适配调优工期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3199" y="2651760"/>
            <a:ext cx="318211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bring-up 到精度、性能双达标，以往按人周算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1599" y="3090672"/>
            <a:ext cx="1188720" cy="402336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199" y="3017520"/>
            <a:ext cx="31821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平均每个模型要补的算子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3199" y="3273552"/>
            <a:ext cx="318211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缺的算子实现不补齐，模型跑不起来、跑不快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1599" y="3712463"/>
            <a:ext cx="1188720" cy="402336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3199" y="3639312"/>
            <a:ext cx="31821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人肉试错的轮次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3199" y="3895344"/>
            <a:ext cx="318211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大半是换个模型重判一遍的重复判断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10047" y="2916936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差一个量级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62272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芯片竞争力 = f（硬件算力, 软件栈成熟度, 模型覆盖度）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硬件算力在发布会那天就定型，模型覆盖度每天被社区重写——适配追不上迭代，差距是滚雪球的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75504"/>
            <a:ext cx="11094415" cy="95097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175504"/>
            <a:ext cx="64008" cy="95097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5321808"/>
            <a:ext cx="1045433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命题　</a:t>
            </a:r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要追更多模型，只能把单个模型的适配工作量降下来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724144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把人肉的重复判断交给 Agent，一个模型一个模型往下压</a:t>
            </a:r>
            <a:r>
              <a:rPr sz="11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→　后面用优化曲线、收敛曲线与实测数据回答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左列为公开信息整理；右列三个数待填实测：人周 · 算子缺口数 · 试错轮次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痛点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