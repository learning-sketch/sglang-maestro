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【过渡页 · 约 20 秒（0:20）】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前面说清了我们站在软件栈的哪一层。接下来回答一个问题：怎么把 M100 上模型适配的成本打下来。</a:t>
            </a:r>
          </a:p>
          <a:p>
            <a:pPr>
              <a:spcAft>
                <a:spcPts val="600"/>
              </a:spcAft>
            </a:pPr>
            <a:r>
              <a:rPr sz="12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答案分三层：框架定规则、模型定目标、算子定成本。下面一层层讲。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8031175" y="1600200"/>
            <a:ext cx="3657600" cy="3657600"/>
          </a:xfrm>
          <a:prstGeom prst="arc">
            <a:avLst>
              <a:gd name="adj1" fmla="val 18000000"/>
              <a:gd name="adj2" fmla="val 15000000"/>
            </a:avLst>
          </a:prstGeom>
          <a:noFill/>
          <a:ln w="38100">
            <a:solidFill>
              <a:srgbClr val="26334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95728"/>
            <a:ext cx="73152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B233"/>
                </a:solidFill>
                <a:latin typeface="Consolas"/>
                <a:ea typeface="Microsoft YaHei"/>
                <a:cs typeface="Microsoft YaHei"/>
              </a:rPr>
              <a:t>本节要回答的问题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98064"/>
            <a:ext cx="10362895" cy="9144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如何把 M100 上模型适配的成本打下来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41832" y="3913632"/>
            <a:ext cx="1344168" cy="0"/>
          </a:xfrm>
          <a:prstGeom prst="line">
            <a:avLst/>
          </a:prstGeom>
          <a:ln w="31750">
            <a:solidFill>
              <a:srgbClr val="E99A66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914400" y="4078224"/>
            <a:ext cx="786384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答案分三层：框架定规则 · 模型定目标 · 算子定成本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382512"/>
            <a:ext cx="109728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过渡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