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【纵览 · 两个 Agent · 约 130 秒（2:10）】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这一页先给两个 Agent 一个全貌，后面几页再分别展开。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左边 xpugen 工作在算子层，给国产 GPU 写内核，产出的是 M100 原生的 .xpu，不是 CUDA。右边 m100-model-agent 工作在模型层，在 SGLang 上完成模型适配，再提升实测性能。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两者的结构是一样的，每一列中间的三个方块就是各自的判定链：模型只负责提出方案，是否合格由固定规则与真机实测决定，不由模型自己解释。两边还各有一个不作判据的诊断步骤——xpugen 用模拟器定位瓶颈，model-agent 用独立进程采集 trace，它们的数据都不计入收益。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真正的区别是加了底色的那一行，测量范围。xpugen 测的是单算子，在 bench harness 上对照 CPU 参考；model-agent 测的是整模型，真实服务、全量评测。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中间两条箭头是协作关系。向左这条：model-agent 在 B 阶段定位到的瓶颈算子，转为 xpugen 的内核需求。向右这条：xpugen 验证通过的内核，作为候选补丁进入 model-agent 的 C 阶段。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这里有一个容易被忽略的点，也就是最下面这句话：单算子提速不等于整模型提速。bench 只证明这个算子本身更快，它可能并不在关键路径上，也可能带来额外的访存开销。所以同一个内核要在两层各判定一次，只有通过模型层性能门的部分才计入交付。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两层提速之间的落差，取决于该算子在端到端耗时中的占比。没有占比数据时，单算子的倍数不能外推为模型加速比。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两个 Agent 分属不同仓库，本页画的是职责关系；交接目前走到哪一步——人工传递需求与内核，还是已有接口——按实际情况回答。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候选补丁允许的后缀包含 .xpu，所以算子层的产出在机制上可以直接作为模型层的候选，不需要额外的集成改造。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AGENT 纵览 · 算子层与模型层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两个 Agent：xpugen 写算子，m100-model-agent 调模型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结构相同——模型只负责提出，判定全部交给固定规则与真机实测；区别在于测量范围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4206240" cy="352958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00784"/>
            <a:ext cx="4206240" cy="4572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380390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xpugen</a:t>
            </a:r>
            <a:r>
              <a:rPr sz="120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　算子层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94560"/>
            <a:ext cx="3803903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给国产 GPU 写算子，产出 M100 原生内核（.xpu）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578608"/>
            <a:ext cx="3803904" cy="0"/>
          </a:xfrm>
          <a:prstGeom prst="line">
            <a:avLst/>
          </a:prstGeom>
          <a:ln w="12700">
            <a:solidFill>
              <a:srgbClr val="DDE2E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49808" y="2633472"/>
            <a:ext cx="38039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判定链　三级，成本由低到高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07792"/>
            <a:ext cx="108508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L0 编译运行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9215" y="2907792"/>
            <a:ext cx="108508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L1 数值正确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89759" y="3099816"/>
            <a:ext cx="164592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3468623" y="2907792"/>
            <a:ext cx="108508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bench 真机提速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9167" y="3099816"/>
            <a:ext cx="164592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16" name="TextBox 15"/>
          <p:cNvSpPr txBox="1"/>
          <p:nvPr/>
        </p:nvSpPr>
        <p:spPr>
          <a:xfrm>
            <a:off x="749808" y="3383280"/>
            <a:ext cx="3803903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profile 用模拟器定位瓶颈，不作判据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730752"/>
            <a:ext cx="3803903" cy="58521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03904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测量范围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单算子，bench harness，对照 CPU 参考实现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389120"/>
            <a:ext cx="3803903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62272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收敛口径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81728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精度默认 8 轮；性能 50 轮无进展才判停滞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6815" y="1700784"/>
            <a:ext cx="4206240" cy="352958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36815" y="1700784"/>
            <a:ext cx="4206240" cy="4572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7983" y="1865376"/>
            <a:ext cx="380390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m100-model-agent</a:t>
            </a:r>
            <a:r>
              <a:rPr sz="120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　模型层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7983" y="2194560"/>
            <a:ext cx="3803903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在 SGLang 上完成模型适配，并提升实测性能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37983" y="2578608"/>
            <a:ext cx="3803904" cy="0"/>
          </a:xfrm>
          <a:prstGeom prst="line">
            <a:avLst/>
          </a:prstGeom>
          <a:ln w="12700">
            <a:solidFill>
              <a:srgbClr val="DDE2E7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637983" y="2633472"/>
            <a:ext cx="38039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判定链　三级，成本由低到高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7983" y="2907792"/>
            <a:ext cx="108508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① 数值门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7391" y="2907792"/>
            <a:ext cx="108508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② 质量门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77935" y="3099816"/>
            <a:ext cx="164592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10356799" y="2907792"/>
            <a:ext cx="108508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③ 性能门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37343" y="3099816"/>
            <a:ext cx="164592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7637983" y="3383280"/>
            <a:ext cx="3803903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profiling 独立进程采 trace，不计入收益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7983" y="3730752"/>
            <a:ext cx="3803903" cy="58521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02575" y="3803904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测量范围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02575" y="4023360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整模型，真实服务，120 题全量评测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7983" y="4389120"/>
            <a:ext cx="3803903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02575" y="4462272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收敛口径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2575" y="4681728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最多 6 轮候选，总预算 36000 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599" y="2441448"/>
            <a:ext cx="25904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瓶颈算子 → 内核需求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4901183" y="2788920"/>
            <a:ext cx="2389328" cy="0"/>
          </a:xfrm>
          <a:prstGeom prst="line">
            <a:avLst/>
          </a:prstGeom>
          <a:ln w="19050">
            <a:solidFill>
              <a:srgbClr val="C0612C"/>
            </a:solidFill>
            <a:tailEnd type="triangle" w="med" len="med"/>
          </a:ln>
        </p:spPr>
      </p:cxnSp>
      <p:sp>
        <p:nvSpPr>
          <p:cNvPr id="43" name="TextBox 42"/>
          <p:cNvSpPr txBox="1"/>
          <p:nvPr/>
        </p:nvSpPr>
        <p:spPr>
          <a:xfrm>
            <a:off x="4800599" y="2843784"/>
            <a:ext cx="259049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由 B 阶段 profiling 定位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599" y="3849624"/>
            <a:ext cx="25904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验证过的内核 → 候选补丁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901183" y="4197096"/>
            <a:ext cx="2389328" cy="0"/>
          </a:xfrm>
          <a:prstGeom prst="line">
            <a:avLst/>
          </a:prstGeom>
          <a:ln w="19050">
            <a:solidFill>
              <a:srgbClr val="C0612C"/>
            </a:solidFill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4800599" y="4251960"/>
            <a:ext cx="259049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进入 C 阶段，重新判定一次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376672"/>
            <a:ext cx="11094415" cy="74980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376672"/>
            <a:ext cx="64008" cy="74980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" y="5468112"/>
            <a:ext cx="10454335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要点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单算子提速不等于整模型提速，同一个内核必须在两层各判定一次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5815584"/>
            <a:ext cx="104543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xpugen 的 bench 证明算子本身更快，m100-model-agent 的性能门证明整模型更快；只有后者计入交付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两个 Agent 分属不同仓库，本页只说明协作关系，各自的机制见后续页；候选补丁允许的后缀包含 .xpu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纵览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