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【附页 · xpugen · 约 70 秒（1:10）】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这一页是另一个仓库 xpugen：给国产 GPU 写算子的 Agent。它生成的是 M100 的 SDNN4 内核，不是 CUDA；CUDA、Triton、torch 只当算法参考和基线。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左边是它怎么工作的。入口有两条：从一句需求开始，或者从现有实现反推出规格，第 0 轮直接拿现有实现当基线，后面在它上面改。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然后就是一轮轮迭代：LLM 照硬件说明卡写内核，编译跑起来，多种形状和精度逐一和 golden 对数值，再测延迟、跟理论上限比，最后把打分和慢在哪带进下一轮。最多八轮。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右边是效果。（按实测数字讲：已经有多少个算子达标、平均几轮、相对原来的实现快多少、离理论上限还差多少。口径都是真机、生产形状上的实测。）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换芯片要改什么：生成和评测这套流程完全不碰硬件，只认四个接口——编译、运行、采性能、算理论上限。每款芯片照这四个接口写一个后端、再填一张硬件说明卡，主流程一行不改。现在没有硬件也能在 CPU 上跑通整条闭环，M100 真机已接，P800 还没接。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数字凭什么信：精度参考只用 CPU 实现，绝不拿 CUDA 当标准，精度不过关就不看性能；模拟器只用来看清改动动了哪一块，收益一律以真机实测为准，两边对不上听真机的。而且每轮改了什么、前后数据、结论都必须落盘，写不进去这一轮就算失败。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XPUGEN · 国产 GPU 算子生成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xpugen：给国产 GPU 写算子的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生成的是 M100 的 SDNN4 .xpu 内核，不是 CUDA；CUDA / Triton / torch 只作算法参考与基线对照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50292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怎么工作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一个算子，最多 8 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66543"/>
            <a:ext cx="50292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入口：一句需求，或拿现有实现当第 0 轮基线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61288" y="2587752"/>
            <a:ext cx="0" cy="3090672"/>
          </a:xfrm>
          <a:prstGeom prst="line">
            <a:avLst/>
          </a:prstGeom>
          <a:ln w="15875">
            <a:solidFill>
              <a:srgbClr val="C5CCD4"/>
            </a:solidFill>
          </a:ln>
        </p:spPr>
      </p:cxnSp>
      <p:sp>
        <p:nvSpPr>
          <p:cNvPr id="8" name="Oval 7"/>
          <p:cNvSpPr/>
          <p:nvPr/>
        </p:nvSpPr>
        <p:spPr>
          <a:xfrm>
            <a:off x="1005840" y="2432304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95728"/>
            <a:ext cx="4572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70048"/>
            <a:ext cx="45720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LLM 照硬件说明卡写出内核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" y="3204972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168396"/>
            <a:ext cx="4572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编译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442715"/>
            <a:ext cx="45720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编译并拉起程序，跑通才往下走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3977639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941063"/>
            <a:ext cx="4572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对数值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215383"/>
            <a:ext cx="45720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多种形状、精度逐一对 golden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4750308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713732"/>
            <a:ext cx="4572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测性能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88052"/>
            <a:ext cx="45720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取中位延迟，和理论上限比</a:t>
            </a:r>
          </a:p>
        </p:txBody>
      </p:sp>
      <p:sp>
        <p:nvSpPr>
          <p:cNvPr id="20" name="Oval 19"/>
          <p:cNvSpPr/>
          <p:nvPr/>
        </p:nvSpPr>
        <p:spPr>
          <a:xfrm>
            <a:off x="1005840" y="5522976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86400"/>
            <a:ext cx="4572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给反馈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760720"/>
            <a:ext cx="45720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打分、指出慢在哪，带进下一轮</a:t>
            </a:r>
          </a:p>
        </p:txBody>
      </p:sp>
      <p:sp>
        <p:nvSpPr>
          <p:cNvPr id="23" name="Freeform 22"/>
          <p:cNvSpPr/>
          <p:nvPr/>
        </p:nvSpPr>
        <p:spPr>
          <a:xfrm>
            <a:off x="594360" y="2587752"/>
            <a:ext cx="566928" cy="3337560"/>
          </a:xfrm>
          <a:custGeom>
            <a:avLst/>
            <a:gdLst/>
            <a:ahLst/>
            <a:cxnLst/>
            <a:rect l="l" t="t" r="r" b="b"/>
            <a:pathLst>
              <a:path w="566928" h="3337560">
                <a:moveTo>
                  <a:pt x="566928" y="3337560"/>
                </a:moveTo>
                <a:lnTo>
                  <a:pt x="0" y="3337560"/>
                </a:lnTo>
                <a:lnTo>
                  <a:pt x="0" y="0"/>
                </a:lnTo>
                <a:lnTo>
                  <a:pt x="374904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97880" y="2066543"/>
            <a:ext cx="5745175" cy="37856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5624" y="2212848"/>
            <a:ext cx="528797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效果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数字待补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35624" y="2688336"/>
            <a:ext cx="2552547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35624" y="2926080"/>
            <a:ext cx="255254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5CCD4"/>
                </a:solidFill>
                <a:latin typeface="Arial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35624" y="3438144"/>
            <a:ext cx="25525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已达标算子数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52763" y="2688336"/>
            <a:ext cx="2552547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52763" y="2926080"/>
            <a:ext cx="255254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5CCD4"/>
                </a:solidFill>
                <a:latin typeface="Arial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2763" y="3438144"/>
            <a:ext cx="25525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平均达标轮数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35624" y="4023360"/>
            <a:ext cx="2552547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24" y="4261104"/>
            <a:ext cx="255254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5CCD4"/>
                </a:solidFill>
                <a:latin typeface="Arial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24" y="4773168"/>
            <a:ext cx="25525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52763" y="4023360"/>
            <a:ext cx="2552547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52763" y="4261104"/>
            <a:ext cx="255254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5CCD4"/>
                </a:solidFill>
                <a:latin typeface="Arial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2763" y="4773168"/>
            <a:ext cx="25525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理论上限达成率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5624" y="5431536"/>
            <a:ext cx="526968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口径：真机、生产形状上的实测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 xpugen 仓库整理：README · CONTEXT.md · docs/architecture.md · backend/base.py · agent/loop.py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附页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