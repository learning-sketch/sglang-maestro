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【附页 · xpugen · 约 110 秒（1:50）】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这一页是另一个仓库 xpugen：面向国产 GPU 的算子生成 Agent。闭环是 LLM 生成、编译、和 golden 对齐数值、测延迟，再把结构化反馈喂回去迭代。它生成的是 M100 的 SDNN4 内核，不是 CUDA；CUDA、Triton、torch 只当算法参考和基线。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评测是分级放行的：先编译，过了精度门才测性能。入口有两条：从需求出发，或者从现有实现反推规格，第 0 轮直接拿它当基线，后面在它上面改。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架构上最重要的不变量是硬件解耦：agent 和 harness 不碰任何硬件库，只依赖四个抽象接口，backend 是唯一的耦合层。换一款芯片，只要实现这四个接口、再填一张硬件卡片，循环本身零改动。现在有三个后端：mock 在 CPU 上用纯 PyTorch 跑通全闭环，m100 是真机，p800 还是占位。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两条纪律是防止自己骗自己：精度参考只用 CPU 实现，精度门永远先于性能门；机制看模拟器，收益必须在真机的生产 shape 上测，不一致以真机为准。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这些规矩都是机器门强制的，不靠人肉 review：每轮的 before、after、判词写不进去，这一轮就算失败。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XPUGEN · 国产 GPU 算子生成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xpugen：给国产 GPU 生成原生算子，编译、对齐、测速后按反馈迭代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生成的是 M100 的 SDNN4 .xpu 内核，不是 CUDA；CUDA / Triton / torch 只作算法参考与基线对照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1970166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128016" tIns="91440" rIns="128016" bIns="9144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　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生成</a:t>
            </a:r>
          </a:p>
          <a:p>
            <a:pPr algn="ctr" latinLnBrk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LLM 按硬件卡片写内核</a:t>
            </a:r>
          </a:p>
        </p:txBody>
      </p:sp>
      <p:sp>
        <p:nvSpPr>
          <p:cNvPr id="6" name="Rectangle 5"/>
          <p:cNvSpPr/>
          <p:nvPr/>
        </p:nvSpPr>
        <p:spPr>
          <a:xfrm>
            <a:off x="2829702" y="1874519"/>
            <a:ext cx="1970166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128016" tIns="91440" rIns="128016" bIns="9144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L0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编译</a:t>
            </a:r>
          </a:p>
          <a:p>
            <a:pPr algn="ctr" latinLnBrk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编译 + 起 app 冒烟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73670" y="2478024"/>
            <a:ext cx="201168" cy="0"/>
          </a:xfrm>
          <a:prstGeom prst="line">
            <a:avLst/>
          </a:prstGeom>
          <a:ln w="19050">
            <a:solidFill>
              <a:srgbClr val="C0612C"/>
            </a:solidFill>
            <a:tailEnd type="triangle" w="med" len="med"/>
          </a:ln>
        </p:spPr>
      </p:cxnSp>
      <p:sp>
        <p:nvSpPr>
          <p:cNvPr id="8" name="Rectangle 7"/>
          <p:cNvSpPr/>
          <p:nvPr/>
        </p:nvSpPr>
        <p:spPr>
          <a:xfrm>
            <a:off x="5110764" y="1874519"/>
            <a:ext cx="1970166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128016" tIns="91440" rIns="128016" bIns="9144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L1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对齐 golden</a:t>
            </a:r>
          </a:p>
          <a:p>
            <a:pPr algn="ctr" latinLnBrk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多 shape × dtype 对数值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54732" y="2478024"/>
            <a:ext cx="201168" cy="0"/>
          </a:xfrm>
          <a:prstGeom prst="line">
            <a:avLst/>
          </a:prstGeom>
          <a:ln w="19050">
            <a:solidFill>
              <a:srgbClr val="C0612C"/>
            </a:solidFill>
            <a:tailEnd type="triangle" w="med" len="med"/>
          </a:ln>
        </p:spPr>
      </p:cxnSp>
      <p:sp>
        <p:nvSpPr>
          <p:cNvPr id="10" name="Rectangle 9"/>
          <p:cNvSpPr/>
          <p:nvPr/>
        </p:nvSpPr>
        <p:spPr>
          <a:xfrm>
            <a:off x="7391826" y="1874519"/>
            <a:ext cx="1970166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128016" tIns="91440" rIns="128016" bIns="9144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BENCH · PROFILE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测延迟</a:t>
            </a:r>
          </a:p>
          <a:p>
            <a:pPr algn="ctr" latinLnBrk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中位延迟 + roofline 上界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5794" y="2478024"/>
            <a:ext cx="201168" cy="0"/>
          </a:xfrm>
          <a:prstGeom prst="line">
            <a:avLst/>
          </a:prstGeom>
          <a:ln w="19050">
            <a:solidFill>
              <a:srgbClr val="C0612C"/>
            </a:solidFill>
            <a:tailEnd type="triangle" w="med" len="med"/>
          </a:ln>
        </p:spPr>
      </p:cxnSp>
      <p:sp>
        <p:nvSpPr>
          <p:cNvPr id="12" name="Rectangle 11"/>
          <p:cNvSpPr/>
          <p:nvPr/>
        </p:nvSpPr>
        <p:spPr>
          <a:xfrm>
            <a:off x="9672888" y="1874519"/>
            <a:ext cx="1970166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128016" tIns="91440" rIns="128016" bIns="9144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SIM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结构化反馈</a:t>
            </a:r>
          </a:p>
          <a:p>
            <a:pPr algn="ctr" latinLnBrk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reward 打分 + 机制证据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16856" y="2478024"/>
            <a:ext cx="201168" cy="0"/>
          </a:xfrm>
          <a:prstGeom prst="line">
            <a:avLst/>
          </a:prstGeom>
          <a:ln w="19050">
            <a:solidFill>
              <a:srgbClr val="C0612C"/>
            </a:solidFill>
            <a:tailEnd type="triangle" w="med" len="med"/>
          </a:ln>
        </p:spPr>
      </p:cxnSp>
      <p:sp>
        <p:nvSpPr>
          <p:cNvPr id="14" name="Freeform 13"/>
          <p:cNvSpPr/>
          <p:nvPr/>
        </p:nvSpPr>
        <p:spPr>
          <a:xfrm>
            <a:off x="1533723" y="3081528"/>
            <a:ext cx="9124249" cy="256032"/>
          </a:xfrm>
          <a:custGeom>
            <a:avLst/>
            <a:gdLst/>
            <a:ahLst/>
            <a:cxnLst/>
            <a:rect l="l" t="t" r="r" b="b"/>
            <a:pathLst>
              <a:path w="9124249" h="256032">
                <a:moveTo>
                  <a:pt x="9124249" y="0"/>
                </a:moveTo>
                <a:lnTo>
                  <a:pt x="9124249" y="256032"/>
                </a:lnTo>
                <a:lnTo>
                  <a:pt x="0" y="256032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C0612C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4891" y="3374136"/>
            <a:ext cx="475488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每轮落盘 before / after / 判词；最多 8 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5972" y="3374136"/>
            <a:ext cx="45720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入口：从需求出发，或从现有实现反推规格、第 0 轮当基线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85615"/>
            <a:ext cx="5410047" cy="1645920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931920"/>
            <a:ext cx="4952847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硬件解耦 · 唯一的架构不变量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261104"/>
            <a:ext cx="4934559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 marL="146304" indent="-146304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C0612C"/>
              </a:buClr>
              <a:buFont typeface="Arial"/>
              <a:buChar char="•"/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agent / harness 硬件无关，不 import 任何硬件库</a:t>
            </a:r>
          </a:p>
          <a:p>
            <a:pPr algn="l" latinLnBrk="0" marL="146304" indent="-146304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C0612C"/>
              </a:buClr>
              <a:buFont typeface="Arial"/>
              <a:buChar char="•"/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只依赖四个抽象接口：Compiler、Runtime、Profiler、Roofline</a:t>
            </a:r>
          </a:p>
          <a:p>
            <a:pPr algn="l" latinLnBrk="0" marL="146304" indent="-146304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C0612C"/>
              </a:buClr>
              <a:buFont typeface="Arial"/>
              <a:buChar char="•"/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backend/ 是唯一耦合层，换一款芯片循环零改动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504748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6F7F9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6968" y="5129783"/>
            <a:ext cx="109728" cy="109728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" y="5047488"/>
            <a:ext cx="199339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mock：无硬件也能跑通闭环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82112" y="504748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6F7F9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82696" y="5129783"/>
            <a:ext cx="109728" cy="109728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6432" y="5047488"/>
            <a:ext cx="1444751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m100：真机 SDNN4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3785615"/>
            <a:ext cx="5410047" cy="1645920"/>
          </a:xfrm>
          <a:prstGeom prst="rect">
            <a:avLst/>
          </a:prstGeom>
          <a:solidFill>
            <a:srgbClr val="F6F7F9"/>
          </a:solidFill>
          <a:ln w="9525">
            <a:solidFill>
              <a:srgbClr val="C5CC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0751" y="3931920"/>
            <a:ext cx="4952847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两条关键纪律</a:t>
            </a: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防 reward hacking</a:t>
            </a:r>
          </a:p>
        </p:txBody>
      </p:sp>
      <p:sp>
        <p:nvSpPr>
          <p:cNvPr id="28" name="Oval 27"/>
          <p:cNvSpPr/>
          <p:nvPr/>
        </p:nvSpPr>
        <p:spPr>
          <a:xfrm>
            <a:off x="6470751" y="4315967"/>
            <a:ext cx="256032" cy="256032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8223" y="4297679"/>
            <a:ext cx="4587087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精度参考只用 CPU 实现，精度门永远先于性能门</a:t>
            </a:r>
          </a:p>
        </p:txBody>
      </p:sp>
      <p:sp>
        <p:nvSpPr>
          <p:cNvPr id="30" name="Oval 29"/>
          <p:cNvSpPr/>
          <p:nvPr/>
        </p:nvSpPr>
        <p:spPr>
          <a:xfrm>
            <a:off x="6470751" y="4663439"/>
            <a:ext cx="256032" cy="256032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8223" y="4645151"/>
            <a:ext cx="4587087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机制看模拟器，收益在真机生产 shape 上测，不一致以真机为准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0751" y="5029199"/>
            <a:ext cx="4934559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两条都由机器门强制：每轮 before / after / 判词写不进去，这一轮就算失败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1620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59" y="5596128"/>
            <a:ext cx="10545775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对外接口　</a:t>
            </a:r>
            <a:r>
              <a:rPr sz="1300" b="1">
                <a:solidFill>
                  <a:srgbClr val="F2B233"/>
                </a:solidFill>
                <a:latin typeface="Microsoft YaHei"/>
                <a:ea typeface="Microsoft YaHei"/>
                <a:cs typeface="Microsoft YaHei"/>
              </a:rPr>
              <a:t>operator-channel 透传通道</a:t>
            </a: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　m100-model-agent 管整模型接入与调优，xpugen 管单算子生成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382512"/>
            <a:ext cx="990569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依据 xpugen 仓库整理：README · CONTEXT.md · docs/architecture.md · backend/base.py · agent/loop.py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8655" y="6382512"/>
            <a:ext cx="91440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附页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