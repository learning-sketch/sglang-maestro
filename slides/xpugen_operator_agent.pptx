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【附页 · xpugen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这一页是另一个仓库 xpugen：给国产 GPU 写算子的 Agent。它生成的是 M100 的 SDNN4 内核，不是 CUDA；CUDA、Triton、torch 只作算法参考与基线。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先说清结构：左边写算子，右边判算子。整条链路里只有左边这一个模型；右边从编译到测速都是固定规则，合不合格由规则判定，不由模型自己说。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左边在生成之前还有一道确认门：需求澄清到没有歧义、至少比选两个方案，才允许写内核。起步有两条路径：从一句需求开始，或者从现有实现反推出规格，第 0 轮直接以它为基线。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右边逐级验证：能否编译运行、数值是否正确、提速多少、瓶颈在哪。提速只认真机实测；瓶颈分析才用模拟器，它能看到逐个单元的忙闲和跨引擎并行，两者不一致时以真机为准。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评测结论和瓶颈定位原样回传给左边，进入下一轮：精度默认八轮收敛，性能调优则持续迭代，连续五十轮没有进展才下停滞结论。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底下一行是架构：写算子和判算子都不碰硬件，与硬件耦合的只有 backend 这一层四件事；更换芯片只需补齐这一层，再加一张硬件说明卡。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右边是目前的实测，仍处在样例阶段：验证过四个算子，rmsnorm 相对基线一点二四倍，理论上限达成率从零点四七提到零点五八。规模化的达标统计还没有，所以这里不报聚合指标。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轮数口径：max_turns 默认 8、--max-turns 可调，对应的是 L1 精度的收敛上限；性能调优不设 8 轮上限，铁律是连续 50 轮没有进展才允许下 stalled 结论。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rmsnorm 实测：延迟 741.2 → 595.6，相对基线 1.24 倍；理论上限达成率 0.47 → 0.58。验证过的算子是 relu、relu_sdnn、rmsnorm、hc_post 这几个样例。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硬件状态：没有硬件也能在 CPU 上跑通整条闭环，M100 真机已接，P800 还没接。精度参考只用 CPU 实现，绝不拿 CUDA 当标准；每轮改了什么、前后数据、结论都必须落盘，写不进去这一轮就算失败。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XPUGEN · 国产 GPU 算子生成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xpugen：给国产 GPU 写算子的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生成 M100 原生内核（SDNN4 .xpu），不是 CUDA；模型只负责生成，是否合格由固定流程判定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74066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起步　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可从一句需求开始，也可以现有实现作为第 0 轮基线　·　精度优先（默认 8 轮收敛），再迭代压榨性能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3429000" cy="221284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688336"/>
            <a:ext cx="299008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agent/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090672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先确认，后生成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grill +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364991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需求澄清到无歧义，至少比选两个方案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05072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依硬件说明卡生成内核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write 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279392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说明卡列明该芯片的计算单元与用法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79" y="2560320"/>
            <a:ext cx="3429000" cy="22128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2688336"/>
            <a:ext cx="299008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harness/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客观评测，由规则决定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3090672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能否编译运行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编译并启动，失败即返工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438144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数值是否正确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多形状多精度对照 CPU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785615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提速多少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真机实测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4133087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瓶颈在哪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模拟器定位到具体环节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5736" y="4425696"/>
            <a:ext cx="2990087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745736" y="4462272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机制分析用模拟器，收益以真机为准</a:t>
            </a:r>
          </a:p>
        </p:txBody>
      </p:sp>
      <p:sp>
        <p:nvSpPr>
          <p:cNvPr id="20" name="Freeform 19"/>
          <p:cNvSpPr/>
          <p:nvPr/>
        </p:nvSpPr>
        <p:spPr>
          <a:xfrm>
            <a:off x="2263140" y="2304287"/>
            <a:ext cx="3977639" cy="256033"/>
          </a:xfrm>
          <a:custGeom>
            <a:avLst/>
            <a:gdLst/>
            <a:ahLst/>
            <a:cxnLst/>
            <a:rect l="l" t="t" r="r" b="b"/>
            <a:pathLst>
              <a:path w="3977639" h="256033">
                <a:moveTo>
                  <a:pt x="0" y="256033"/>
                </a:moveTo>
                <a:lnTo>
                  <a:pt x="0" y="0"/>
                </a:lnTo>
                <a:lnTo>
                  <a:pt x="3977639" y="0"/>
                </a:lnTo>
                <a:lnTo>
                  <a:pt x="3977639" y="219457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63140" y="1993392"/>
            <a:ext cx="397763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交付生成的内核</a:t>
            </a:r>
          </a:p>
        </p:txBody>
      </p:sp>
      <p:sp>
        <p:nvSpPr>
          <p:cNvPr id="22" name="Freeform 21"/>
          <p:cNvSpPr/>
          <p:nvPr/>
        </p:nvSpPr>
        <p:spPr>
          <a:xfrm>
            <a:off x="2263140" y="4773168"/>
            <a:ext cx="3977639" cy="256032"/>
          </a:xfrm>
          <a:custGeom>
            <a:avLst/>
            <a:gdLst/>
            <a:ahLst/>
            <a:cxnLst/>
            <a:rect l="l" t="t" r="r" b="b"/>
            <a:pathLst>
              <a:path w="3977639" h="256032">
                <a:moveTo>
                  <a:pt x="3977639" y="0"/>
                </a:moveTo>
                <a:lnTo>
                  <a:pt x="3977639" y="256032"/>
                </a:lnTo>
                <a:lnTo>
                  <a:pt x="0" y="256032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63140" y="5065776"/>
            <a:ext cx="397763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评测结论与瓶颈定位原样回传，进入下一轮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9824"/>
            <a:ext cx="7406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522976"/>
            <a:ext cx="6967727" cy="43891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与硬件耦合的只有这一层：编译 · 运行 · 性能采集 · 理论上限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更换芯片只需补齐这一层，生成与评测流程无需改动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011680"/>
            <a:ext cx="3322015" cy="39867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157984"/>
            <a:ext cx="28648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效果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样例阶段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58784" y="2706624"/>
            <a:ext cx="2846527" cy="8107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3376" y="2706624"/>
            <a:ext cx="2517343" cy="810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已验证算子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 个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relu · relu_sdnn · rmsnorm · hc_post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58784" y="3627120"/>
            <a:ext cx="2846527" cy="8107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23376" y="3627120"/>
            <a:ext cx="2517343" cy="810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rmsnorm 相对基线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延迟 741.2 → 595.6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8784" y="4547616"/>
            <a:ext cx="2846527" cy="8107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3376" y="4547616"/>
            <a:ext cx="2517343" cy="810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理论上限达成率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0.47 → 0.58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越接近 1，硬件利用越充分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8784" y="5504688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当前为单算子实测样例，尚无规模化达标统计；数据均取自真机、生产形状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 xpugen 仓库整理：README · CONTEXT.md · docs/architecture.md · backend/base.py · agent/loop.py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附页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