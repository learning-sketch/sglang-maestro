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125 秒（2:05）】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Agent。它生成的是 M100 的 SDNN4 内核，不是 CUDA；CUDA、Triton、torch 只当算法参考和基线。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先说清结构：这里只有一个 LLM，就是左边这个生成。右边编译、对数值、测速、看机制全是确定性的评测流程，不是 agent，不会自由发挥。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左边动手之前还有一道门：先把需求问清楚、至少比过两个方案，才允许写内核。入口有两条，从一句需求开始，或者从现有实现反推出规格，第 0 轮直接拿它当基线。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右边编译跑通、多种形状和精度逐一对 CPU golden；性能上分两路取证——真机回答快了多少，模拟器看逐单元 busy、跨引擎并行，回答为什么慢，两边对不上以真机为准。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这些结果打成结构化反馈回到生成：精度默认八轮收敛，性能调优是持续迭代，连着五十轮没进展才敢说卡住了。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底下一行是架构：生成和评测都不碰硬件，只认 backend 这一层的四个接口，换芯片只写一个后端加一张硬件说明卡。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右边是目前的实测，还在样例阶段：验证过四个算子，rmsnorm 相对基线一点二四倍，理论上限达成率从零点四七提到零点五八。规模化的达标统计还没有，所以这里不报聚合数字。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轮数口径：max_turns 默认 8、--max-turns 可改，管的是过 L1 精度的收敛上限；性能调优不设 8 轮上限，铁律是连续 50 轮没有进展才允许下 stalled 结论。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实测：延迟 741.2 → 595.6，相对基线 1.24 倍；理论上限达成率 0.47 → 0.58。验证过的算子是 relu、relu_sdnn、rmsnorm、hc_post 这几个样例。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硬件状态：没有硬件也能在 CPU 上跑通整条闭环，M100 真机已接，P800 还没接。精度参考只用 CPU 实现，绝不拿 CUDA 当标准；每轮改了什么、前后数据、结论都必须落盘，写不进去这一轮就算失败。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写算子的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生成 M100 的 SDNN4 .xpu 内核，不是 CUDA；只有「生成」是 LLM，编译 / 对数值 / 测速都是确定性流程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7406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入口　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一句需求，或拿现有实现当第 0 轮基线　·　精度默认 8 轮收敛（可调），性能调优持续迭代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3429000" cy="221284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agent/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只有这一个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7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0 确认门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grill +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493007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动手前先问清需求，至少比两个方案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41648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1 生成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write 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315968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照硬件说明卡写出 .xpu 内核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79" y="2560320"/>
            <a:ext cx="3429000" cy="22128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harness/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确定性评测，不是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3090672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L0 编译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编译并拉起，跑通才往下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38144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L1 精度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多形状多精度对 CPU golden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785615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bench 收益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真机答「快了多少」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4133087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profile 机制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模拟器答「为什么慢」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4425696"/>
            <a:ext cx="2990087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745736" y="4462272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机制看模拟器 · 收益看真机，以真机为准</a:t>
            </a:r>
          </a:p>
        </p:txBody>
      </p:sp>
      <p:sp>
        <p:nvSpPr>
          <p:cNvPr id="20" name="Freeform 19"/>
          <p:cNvSpPr/>
          <p:nvPr/>
        </p:nvSpPr>
        <p:spPr>
          <a:xfrm>
            <a:off x="2263140" y="2304287"/>
            <a:ext cx="3977639" cy="256033"/>
          </a:xfrm>
          <a:custGeom>
            <a:avLst/>
            <a:gdLst/>
            <a:ahLst/>
            <a:cxnLst/>
            <a:rect l="l" t="t" r="r" b="b"/>
            <a:pathLst>
              <a:path w="3977639" h="256033">
                <a:moveTo>
                  <a:pt x="0" y="256033"/>
                </a:moveTo>
                <a:lnTo>
                  <a:pt x="0" y="0"/>
                </a:lnTo>
                <a:lnTo>
                  <a:pt x="3977639" y="0"/>
                </a:lnTo>
                <a:lnTo>
                  <a:pt x="3977639" y="219457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63140" y="1993392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交出 .xpu 内核</a:t>
            </a:r>
          </a:p>
        </p:txBody>
      </p:sp>
      <p:sp>
        <p:nvSpPr>
          <p:cNvPr id="22" name="Freeform 21"/>
          <p:cNvSpPr/>
          <p:nvPr/>
        </p:nvSpPr>
        <p:spPr>
          <a:xfrm>
            <a:off x="2263140" y="4773168"/>
            <a:ext cx="3977639" cy="256032"/>
          </a:xfrm>
          <a:custGeom>
            <a:avLst/>
            <a:gdLst/>
            <a:ahLst/>
            <a:cxnLst/>
            <a:rect l="l" t="t" r="r" b="b"/>
            <a:pathLst>
              <a:path w="3977639" h="256032">
                <a:moveTo>
                  <a:pt x="3977639" y="0"/>
                </a:moveTo>
                <a:lnTo>
                  <a:pt x="3977639" y="256032"/>
                </a:lnTo>
                <a:lnTo>
                  <a:pt x="0" y="256032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63140" y="5065776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结构化反馈：打分 + 模拟器机制证据，带进下一轮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9824"/>
            <a:ext cx="7406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522976"/>
            <a:ext cx="6967727" cy="43891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backend/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唯一的耦合层：编译 · 运行 · 采性能 · 理论上限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换芯片只写一个后端 + 一张硬件说明卡，agent/ 与 harness/ 零改动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11680"/>
            <a:ext cx="3322015" cy="39867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157984"/>
            <a:ext cx="28648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样例阶段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58784" y="2706624"/>
            <a:ext cx="2846527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2706624"/>
            <a:ext cx="2517343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已验证算子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 个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relu · relu_sdnn · rmsnorm · hc_post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58784" y="3712464"/>
            <a:ext cx="2846527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3376" y="3712464"/>
            <a:ext cx="2517343" cy="8961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相对基线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8784" y="4718304"/>
            <a:ext cx="2846527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4718304"/>
            <a:ext cx="2517343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理论上限达成率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0.47 → 0.58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8784" y="5504688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单算子实测，尚无规模化达标统计；口径为真机、生产形状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