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【附页 · xpugen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这一页是另一个仓库 xpugen：给国产 GPU 写算子的 Agent。闭环是 LLM 生成、编译、和 golden 对数值、测延迟，再把结构化的反馈喂回去改下一轮，最多八轮。它生成的是 M100 的 SDNN4 内核，不是 CUDA；CUDA、Triton、torch 只当算法参考和基线。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评测是分级放行的：先编译，过了精度这一关才测性能。入口有两条：从一句需求开始，或者从现有实现反推规格，第 0 轮直接拿它当基线，后面在它上面改。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上最重要的一条是硬件解耦：生成和评测这套流程完全不碰硬件，只认四个接口——编译、运行、采性能、算理论上限。换一款芯片，只要照这四个接口写一个后端、再填一张硬件说明卡，主流程一行不改。现在没有硬件也能在 CPU 上跑通整条闭环，M100 真机已经接上，P800 还没接。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两条纪律是防止自己骗自己：精度参考只用 CPU 实现，绝不拿 CUDA 当标准，精度不过关就不看性能；模拟器只用来看清改动动了哪一块，收益一律以真机、生产形状的实测为准，两边对不上听真机的。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这些规矩不是靠人盯，是写死在流程里的：每轮改了什么、前后数据、结论，写不进去这一轮就算失败。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XPUGEN · 国产 GPU 算子生成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xpugen：给国产 GPU 生成原生算子，编译、对齐、测速后按反馈迭代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生成的是 M100 的 SDNN4 .xpu 内核，不是 CUDA；CUDA / Triton / torch 只作算法参考与基线对照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1970166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128016" tIns="91440" rIns="128016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生成</a:t>
            </a:r>
          </a:p>
          <a:p>
            <a:pPr algn="ctr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LLM 照硬件说明卡写内核</a:t>
            </a:r>
          </a:p>
        </p:txBody>
      </p:sp>
      <p:sp>
        <p:nvSpPr>
          <p:cNvPr id="6" name="Rectangle 5"/>
          <p:cNvSpPr/>
          <p:nvPr/>
        </p:nvSpPr>
        <p:spPr>
          <a:xfrm>
            <a:off x="2829702" y="1874519"/>
            <a:ext cx="1970166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128016" tIns="91440" rIns="128016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编译</a:t>
            </a:r>
          </a:p>
          <a:p>
            <a:pPr algn="ctr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编译并拉起程序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3670" y="2478024"/>
            <a:ext cx="20116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8" name="Rectangle 7"/>
          <p:cNvSpPr/>
          <p:nvPr/>
        </p:nvSpPr>
        <p:spPr>
          <a:xfrm>
            <a:off x="5110764" y="1874519"/>
            <a:ext cx="1970166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128016" tIns="91440" rIns="128016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对齐 golden</a:t>
            </a:r>
          </a:p>
          <a:p>
            <a:pPr algn="ctr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多种形状、精度逐一对数值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54732" y="2478024"/>
            <a:ext cx="20116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7391826" y="1874519"/>
            <a:ext cx="1970166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128016" tIns="91440" rIns="128016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 · PROFILE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测延迟</a:t>
            </a:r>
          </a:p>
          <a:p>
            <a:pPr algn="ctr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取中位延迟，比理论上限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794" y="2478024"/>
            <a:ext cx="20116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9672888" y="1874519"/>
            <a:ext cx="1970166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128016" tIns="91440" rIns="128016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SIM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结构化反馈</a:t>
            </a:r>
          </a:p>
          <a:p>
            <a:pPr algn="ctr" latinLnBrk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打分，并指出慢在哪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6856" y="2478024"/>
            <a:ext cx="20116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14" name="Freeform 13"/>
          <p:cNvSpPr/>
          <p:nvPr/>
        </p:nvSpPr>
        <p:spPr>
          <a:xfrm>
            <a:off x="1533723" y="3081528"/>
            <a:ext cx="9124249" cy="256032"/>
          </a:xfrm>
          <a:custGeom>
            <a:avLst/>
            <a:gdLst/>
            <a:ahLst/>
            <a:cxnLst/>
            <a:rect l="l" t="t" r="r" b="b"/>
            <a:pathLst>
              <a:path w="9124249" h="256032">
                <a:moveTo>
                  <a:pt x="9124249" y="0"/>
                </a:moveTo>
                <a:lnTo>
                  <a:pt x="9124249" y="256032"/>
                </a:lnTo>
                <a:lnTo>
                  <a:pt x="0" y="256032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4891" y="3374136"/>
            <a:ext cx="41148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每轮改了什么、前后数据、结论都要落盘，写不进去这轮就算失败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5972" y="3374136"/>
            <a:ext cx="45720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入口：从一句需求开始，或从现有实现反推规格、第 0 轮当基线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85615"/>
            <a:ext cx="5410047" cy="164592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931920"/>
            <a:ext cx="49528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硬件解耦 · 换一款芯片只动一层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261104"/>
            <a:ext cx="4934559" cy="73152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生成和评测完全不碰硬件，只认四个接口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编译、运行、采性能、算理论上限（roofline）</a:t>
            </a:r>
          </a:p>
          <a:p>
            <a:pPr algn="l" latinLnBrk="0" marL="146304" indent="-14630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612C"/>
              </a:buClr>
              <a:buFont typeface="Arial"/>
              <a:buChar char="•"/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换芯片 = 照这四个接口写一个后端 + 填一张硬件说明卡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" y="504748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86968" y="5129783"/>
            <a:ext cx="109728" cy="10972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5047488"/>
            <a:ext cx="19933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没有硬件也能跑通整条闭环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82112" y="504748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282696" y="5129783"/>
            <a:ext cx="109728" cy="10972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6432" y="5047488"/>
            <a:ext cx="11247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M100 真机已接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504748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6F7F9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809744" y="5129783"/>
            <a:ext cx="109728" cy="109728"/>
          </a:xfrm>
          <a:prstGeom prst="ellipse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80" y="5047488"/>
            <a:ext cx="80467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P800 待接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007" y="3785615"/>
            <a:ext cx="5410047" cy="1645920"/>
          </a:xfrm>
          <a:prstGeom prst="rect">
            <a:avLst/>
          </a:prstGeom>
          <a:solidFill>
            <a:srgbClr val="F6F7F9"/>
          </a:solidFill>
          <a:ln w="9525">
            <a:solidFill>
              <a:srgbClr val="C5CC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0751" y="3931920"/>
            <a:ext cx="49528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两条纪律</a:t>
            </a: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怎么保证收益是真的</a:t>
            </a:r>
          </a:p>
        </p:txBody>
      </p:sp>
      <p:sp>
        <p:nvSpPr>
          <p:cNvPr id="31" name="Oval 30"/>
          <p:cNvSpPr/>
          <p:nvPr/>
        </p:nvSpPr>
        <p:spPr>
          <a:xfrm>
            <a:off x="6470751" y="4334255"/>
            <a:ext cx="256032" cy="256032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8223" y="4297679"/>
            <a:ext cx="4587087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精度只认 CPU 参考实现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绝不拿 CUDA 当标准；精度不过关，就不看性能</a:t>
            </a:r>
          </a:p>
        </p:txBody>
      </p:sp>
      <p:sp>
        <p:nvSpPr>
          <p:cNvPr id="33" name="Oval 32"/>
          <p:cNvSpPr/>
          <p:nvPr/>
        </p:nvSpPr>
        <p:spPr>
          <a:xfrm>
            <a:off x="6470751" y="4809743"/>
            <a:ext cx="256032" cy="256032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8223" y="4773167"/>
            <a:ext cx="4587087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收益只认真机实测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模拟器只用来看清改动动了哪一块，两边对不上听真机的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1620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59" y="5596128"/>
            <a:ext cx="10545775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对外接口　</a:t>
            </a:r>
            <a:r>
              <a:rPr sz="1300" b="1">
                <a:solidFill>
                  <a:srgbClr val="F2B233"/>
                </a:solidFill>
                <a:latin typeface="Microsoft YaHei"/>
                <a:ea typeface="Microsoft YaHei"/>
                <a:cs typeface="Microsoft YaHei"/>
              </a:rPr>
              <a:t>operator-channel 透传通道</a:t>
            </a: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　m100-model-agent 管整模型接入与调优，xpugen 管单算子生成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82512"/>
            <a:ext cx="99056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 xpugen 仓库整理：README · CONTEXT.md · docs/architecture.md · backend/base.py · agent/loop.py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382512"/>
            <a:ext cx="9144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附页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