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【附页 · xpugen · 约 130 秒（2:10）】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这一页是另一个仓库 xpugen：给国产 GPU 写算子的 Agent。它生成的是 M100 的 SDNN4 内核，不是 CUDA；CUDA、Triton、torch 只当算法参考和基线。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先说清结构：左边写算子，右边判算子。会「猜」的只有左边这一个模型，右边从编译到测速每一步都是写死的规则，行不行轮不到模型自己说。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左边动手之前还有一道门：先把需求问到没有歧义、至少比过两个方案，才允许写内核。起步有两条路，从一句需求开始，或者从现有实现反推出规格，第 0 轮直接拿它当基线。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右边是一级级往上问：能不能跑起来、算得对不对、快了多少、为什么慢。快了多少只认真机；为什么慢才看模拟器，它能看到逐个单元的忙闲和跨引擎的并行，两边对不上以真机为准。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判完的分数和卡在哪原样回传给左边，接着改下一轮：精度默认八轮收敛，性能调优是持续迭代，连着五十轮没进展才敢说卡住了。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底下一行是架构：写算子、判算子都不碰硬件，认硬件的只有 backend 这一层四件事，换一款芯片只补这一层，加一张硬件说明卡。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右边是目前的实测，还在样例阶段：验证过四个算子，rmsnorm 相对基线一点二四倍，理论上限达成率从零点四七提到零点五八。规模化的达标统计还没有，所以这里不报聚合数字。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轮数口径：max_turns 默认 8、--max-turns 可改，管的是过 L1 精度的收敛上限；性能调优不设 8 轮上限，铁律是连续 50 轮没有进展才允许下 stalled 结论。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rmsnorm 实测：延迟 741.2 → 595.6，相对基线 1.24 倍；理论上限达成率 0.47 → 0.58。验证过的算子是 relu、relu_sdnn、rmsnorm、hc_post 这几个样例。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硬件状态：没有硬件也能在 CPU 上跑通整条闭环，M100 真机已接，P800 还没接。精度参考只用 CPU 实现，绝不拿 CUDA 当标准；每轮改了什么、前后数据、结论都必须落盘，写不进去这一轮就算失败。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XPUGEN · 国产 GPU 算子生成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xpugen：给国产 GPU 写算子的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写的是 M100 原生内核（SDNN4 .xpu），不是 CUDA；模型只管写，判它行不行的是一套固定流程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740664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怎么起步　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从一句需求开始，也可以拿现有实现当第 0 轮基线　·　先把精度收住（默认 8 轮），再持续抠性能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3429000" cy="221284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688336"/>
            <a:ext cx="299008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agent/</a:t>
            </a: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全流程只有这一个模型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18687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先问清楚再动手</a:t>
            </a: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grill +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493007"/>
            <a:ext cx="299008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把需求问到没有歧义，至少比过两个方案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41648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照硬件说明卡写内核</a:t>
            </a: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write kernel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315968"/>
            <a:ext cx="299008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说明卡写着这颗芯片有哪些单元、怎么用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79" y="2560320"/>
            <a:ext cx="3429000" cy="221284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5736" y="2688336"/>
            <a:ext cx="299008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harness/</a:t>
            </a: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规则固定，模型说了不算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5736" y="3090672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能不能跑起来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编译 + 拉起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438144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算得对不对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多形状多精度对 CPU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3785615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快了多少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真机实测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4133087"/>
            <a:ext cx="29900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为什么慢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模拟器看卡在哪一步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5736" y="4425696"/>
            <a:ext cx="2990087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745736" y="4462272"/>
            <a:ext cx="299008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原因看模拟器，收益只认真机</a:t>
            </a:r>
          </a:p>
        </p:txBody>
      </p:sp>
      <p:sp>
        <p:nvSpPr>
          <p:cNvPr id="20" name="Freeform 19"/>
          <p:cNvSpPr/>
          <p:nvPr/>
        </p:nvSpPr>
        <p:spPr>
          <a:xfrm>
            <a:off x="2263140" y="2304287"/>
            <a:ext cx="3977639" cy="256033"/>
          </a:xfrm>
          <a:custGeom>
            <a:avLst/>
            <a:gdLst/>
            <a:ahLst/>
            <a:cxnLst/>
            <a:rect l="l" t="t" r="r" b="b"/>
            <a:pathLst>
              <a:path w="3977639" h="256033">
                <a:moveTo>
                  <a:pt x="0" y="256033"/>
                </a:moveTo>
                <a:lnTo>
                  <a:pt x="0" y="0"/>
                </a:lnTo>
                <a:lnTo>
                  <a:pt x="3977639" y="0"/>
                </a:lnTo>
                <a:lnTo>
                  <a:pt x="3977639" y="219457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63140" y="1993392"/>
            <a:ext cx="397763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把写好的内核交过去</a:t>
            </a:r>
          </a:p>
        </p:txBody>
      </p:sp>
      <p:sp>
        <p:nvSpPr>
          <p:cNvPr id="22" name="Freeform 21"/>
          <p:cNvSpPr/>
          <p:nvPr/>
        </p:nvSpPr>
        <p:spPr>
          <a:xfrm>
            <a:off x="2263140" y="4773168"/>
            <a:ext cx="3977639" cy="256032"/>
          </a:xfrm>
          <a:custGeom>
            <a:avLst/>
            <a:gdLst/>
            <a:ahLst/>
            <a:cxnLst/>
            <a:rect l="l" t="t" r="r" b="b"/>
            <a:pathLst>
              <a:path w="3977639" h="256032">
                <a:moveTo>
                  <a:pt x="3977639" y="0"/>
                </a:moveTo>
                <a:lnTo>
                  <a:pt x="3977639" y="256032"/>
                </a:lnTo>
                <a:lnTo>
                  <a:pt x="0" y="256032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63140" y="5065776"/>
            <a:ext cx="397763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把分数和「卡在哪」原样带回去，接着改下一轮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449824"/>
            <a:ext cx="7406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522976"/>
            <a:ext cx="6967727" cy="43891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认硬件的只有这一层：编译 · 运行 · 采性能 · 算理论上限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换一款芯片只补这一层，上面写算子、判算子的流程一行不改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011680"/>
            <a:ext cx="3322015" cy="39867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157984"/>
            <a:ext cx="28648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效果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样例阶段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58784" y="2706624"/>
            <a:ext cx="2846527" cy="8107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23376" y="2706624"/>
            <a:ext cx="2517343" cy="8107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已验证算子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4 个</a:t>
            </a:r>
          </a:p>
          <a:p>
            <a:pPr algn="l" latinLnBrk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relu · relu_sdnn · rmsnorm · hc_post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58784" y="3627120"/>
            <a:ext cx="2846527" cy="8107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23376" y="3627120"/>
            <a:ext cx="2517343" cy="8107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rmsnorm 相对基线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延迟 741.2 → 595.6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58784" y="4547616"/>
            <a:ext cx="2846527" cy="8107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3376" y="4547616"/>
            <a:ext cx="2517343" cy="8107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理论上限达成率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0.47 → 0.58</a:t>
            </a:r>
          </a:p>
          <a:p>
            <a:pPr algn="l" latinLnBrk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越接近 1，硬件越被榨干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8784" y="5504688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目前是单算子的实测样例，还没有成规模的达标统计；数字都来自真机、生产形状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 xpugen 仓库整理：README · CONTEXT.md · docs/architecture.md · backend/base.py · agent/loop.py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附页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