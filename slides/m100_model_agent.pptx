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框架 · 约 155 秒（2:35）】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这套 Agent 在 M100 上做两件事：把模型适配下来，再把性能调上去。执行后端是 SGLang，第一个任务是 Qwen3-VL-8B 的 channel-FP8。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最上面一行是从适配到优化的三段。接入线解决新架构能不能接进来，按八层逐层验收；调优线做实测性能调优，也就是今天重点讲的这条；优化线是 trace 驱动的持续迭代。接入验收通过后，onboard --optimize 会自动交接到优化，不用人再起一次。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中间这张图是人和 Agent 的分工，一句话概括：人只在两头。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开头人定契约——模型、负载、并发、四个阈值、预算，还有已知失败对应的修复候选，全部冻结成 task.json。注意这是单向的：契约冻结之后再被改，Agent 直接拒绝继续，不会带着不确定性往下跑。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中间这一段无人值守。A 建立工作基线，全量评测，启动失败就按日志证据提修复，最多六次；B 是可选的 profiling，只用来定位、不参与收益计算；C 是候选迭代，每个候选打补丁、连过三道门、记录收益，最多六轮——右边这个回环就是它；D 最终复验，重测基线，再对每个候选做全量复验，相对两个基线都提升才计入。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结尾交回给人：读 report 和 best，验证通过就 export 出一份独立的 launch.sh，引用的是 run 里的隔离副本，不写回共享环境；失败或者没有收益，人工接手。出了问题能回到任意一轮。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最下面这条回环是外循环，也是这套东西真正的价值所在：验证过的结论沉淀成诊断规则和候选，下一个模型直接复用。所以人工判断是逐个模型往下降的——这正好回答前面那页的命题。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 36000 秒，最终复验预留 600 秒。这个预留我认为偏小：最多 6 轮完整复验摊下来一轮一百秒，而一轮要起服务、过三道门、跑全量评测。建议按候选数量和实测单轮耗时自适应。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恢复不重置 deadline，所以临近尾声被中断再恢复，阶段 D 可能拿不到足额预留，必要时应该显式延长并记进 state。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已验收的候选不会成为新基线，候选永远从基线分叉，所以多个独立收益不会叠加——一次 run 交付的是最好的那一个，不是它们的组合。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门禁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这一页是上一页 C 阶段的放大：里面的每一个候选，都要走完左边这条流水线。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先准备：在隔离副本上打补丁、生成完整 diff，需要的话跑算子生成和构建，再给编译后的产物记一次身份。服务起来时还要核对端口、PCI 和 model_path，防止串台。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然后连过三道门，顺序是从便宜到贵。数值门：三段固定文本做 teacher-forcing，贪心输出的 token 必须完全一致，logprob 最大绝对差不超过 0.03。质量门：同一批 MMStar 题目，正确率零下降，解析率也不许降。性能门：四个指标各重复三次取中位，任一指标回归不超过 5%，有效收益要同时大于 3% 和实测噪声极差。任一道不过立即返回，不浪费后面的设备时间。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下面两条是防作弊：prompt 的 token 数必须等于冻结值，出现前缀缓存命中直接拒；精度、缓存这些口径一律不许动——不能靠偷工减料来变快。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右边就是这条流水线判出来的结果。要强调的是口径：图里的收益都是最终复验通过的，筛选阶段看起来有收益、复验没过的，一个都不算。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正确率零容差在 24 题的筛选集上一道题就是 4.17 个百分点，而且和容许 0.03 logprob 漂移自相矛盾：漂移唯一的表现形式就是临界题翻转。建议改成同一批题目上的配对检验。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次重复的极差只能算粗估，而且基线与候选是十小时窗口里的不同时间块，设备漂移会直接进对比。要让数字经得起追问，得在同一窗口里交错测 A/B/A。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数值门比的是候选与 M100 基线，不是参考实现，所以基线自身的数值错误发现不了。接入线已经有冻结的独立 CPU 参考，调优线应该在阶段 A 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框架 · 人与 AGENT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人定目标与口径，Agent 自动闭环，结论回到人手里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人只在两头：开头定契约与口径，结尾读结论定交付；中间的候选迭代与三道门全自动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接入线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onboard-*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新架构接入与分层验收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682496"/>
            <a:ext cx="3515258" cy="4572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9386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调优线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run / resume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实测性能调优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00474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8127796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8964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优化线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optimize-*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trace 驱动的持续迭代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90052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548640" y="2304288"/>
            <a:ext cx="2286000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04288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432304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定目标与口径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285292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27355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四个阈值与预算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694176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已知失败的修复候选</a:t>
            </a:r>
          </a:p>
        </p:txBody>
      </p:sp>
      <p:sp>
        <p:nvSpPr>
          <p:cNvPr id="22" name="Oval 21"/>
          <p:cNvSpPr/>
          <p:nvPr/>
        </p:nvSpPr>
        <p:spPr>
          <a:xfrm>
            <a:off x="74980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11480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冻结为 task.json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54880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契约冻结后被改 → 拒绝继续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304288"/>
            <a:ext cx="576072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2432304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自动闭环，无人值守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执行前先校验备份 / 题集 / 图片 sha256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16352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28416" y="29260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2816352"/>
            <a:ext cx="12801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816352"/>
            <a:ext cx="3200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全量评测；启动失败按证据提修复，最多 6 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18688" y="3346704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28416" y="3456432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94176" y="3346704"/>
            <a:ext cx="12801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Profiling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3346704"/>
            <a:ext cx="3200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 trace，只用于定位，不参与收益计算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877056"/>
            <a:ext cx="5358383" cy="4937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28416" y="39867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4176" y="3877056"/>
            <a:ext cx="12801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92040" y="3877056"/>
            <a:ext cx="3200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每个候选打补丁 → 过三道门 → 记收益，最多 6 轮</a:t>
            </a:r>
          </a:p>
        </p:txBody>
      </p:sp>
      <p:sp>
        <p:nvSpPr>
          <p:cNvPr id="40" name="Freeform 39"/>
          <p:cNvSpPr/>
          <p:nvPr/>
        </p:nvSpPr>
        <p:spPr>
          <a:xfrm>
            <a:off x="8138160" y="3968496"/>
            <a:ext cx="237744" cy="310896"/>
          </a:xfrm>
          <a:custGeom>
            <a:avLst/>
            <a:gdLst/>
            <a:ahLst/>
            <a:cxnLst/>
            <a:rect l="l" t="t" r="r" b="b"/>
            <a:pathLst>
              <a:path w="237744" h="310896">
                <a:moveTo>
                  <a:pt x="0" y="310896"/>
                </a:moveTo>
                <a:lnTo>
                  <a:pt x="237744" y="310896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18688" y="4407408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8416" y="451713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94176" y="4407408"/>
            <a:ext cx="12801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407408"/>
            <a:ext cx="3200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重测基线，每个候选全量复验；两基线都提升才计入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4956048"/>
            <a:ext cx="36576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一个候选怎么被判 → 下一页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19" y="2304288"/>
            <a:ext cx="2681935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19" y="2304288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62288" y="2432304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读结论、定交付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285292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读 report.md 与 best.json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27355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 → export launch.sh</a:t>
            </a:r>
          </a:p>
        </p:txBody>
      </p:sp>
      <p:sp>
        <p:nvSpPr>
          <p:cNvPr id="53" name="Oval 52"/>
          <p:cNvSpPr/>
          <p:nvPr/>
        </p:nvSpPr>
        <p:spPr>
          <a:xfrm>
            <a:off x="916228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3456" y="3694176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 → 人工接手</a:t>
            </a:r>
          </a:p>
        </p:txBody>
      </p:sp>
      <p:sp>
        <p:nvSpPr>
          <p:cNvPr id="55" name="Oval 54"/>
          <p:cNvSpPr/>
          <p:nvPr/>
        </p:nvSpPr>
        <p:spPr>
          <a:xfrm>
            <a:off x="916228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63456" y="411480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每一轮都可回放追溯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62288" y="4754880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导出的 launch.sh 引用 run 内副本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19" y="5010912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9" name="Freeform 58"/>
          <p:cNvSpPr/>
          <p:nvPr/>
        </p:nvSpPr>
        <p:spPr>
          <a:xfrm>
            <a:off x="1691640" y="5230368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5412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验证过的结论沉淀成诊断规则与候选 —— 下一个模型直接复用，人工判断逐次减少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onboard --optimize 验收通过后自动交接到优化；预算 36000s，最终复验预留 600s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框架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门禁 · 一个候选怎么被判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三道门由便宜到贵，任一道不过立即返回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上一页 C 阶段里的每个候选都要走完这条流水线；判据是固定阈值，不由模型解释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 + 打补丁　→　算子生成 / 构建　→　产物身份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84831"/>
            <a:ext cx="6156655" cy="4023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5717743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with Server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启动即核对身份：端口先 bind · PCI 二次核对 · model_path 比对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33472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633472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33472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633472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33472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段固定文本，logprob 差 ≤ 0.03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200400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200400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200400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正确率零下降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00400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解析率不得降，同一批题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67328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767328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767328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3767328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回归 ≤ 5%，收益 &gt; 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767328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次取中位，还要大于噪声极差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25696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防作弊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候选不能靠减少工作量换“变快”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483717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736592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prompt_tokens 必须等于冻结的 input_tokens；前缀缓存命中（cached_tokens &gt; 0）直接拒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663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065776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 / dtype / 缓存 / 上下文长度一律冻结，候选 env 限白名单且不得开 profiler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71055" y="1737360"/>
            <a:ext cx="4572000" cy="3602736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效果图位置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建议：优化曲线 / 收敛曲线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横轴每一轮候选，纵轴收益；复验通过的单独标出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3.94 in（约 4:3）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86400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86400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图中收益均为最终复验通过的结果，筛选阶段的收益不计入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数值门与质量门在 evaluation.py，性能门在 benchmark.py；阈值全部来自冻结契约，候选无权修改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门禁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