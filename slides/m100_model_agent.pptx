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框架 · 约 145 秒（2:25）】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这套 Agent 在 M100 上承担两项工作：完成模型适配，并在实测环境中提升性能。执行后端是 SGLang，首个任务是 Qwen3-VL-8B 的 channel-FP8。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最上面一行是三个阶段：架构接入解决能否正确运行，按八个层次逐层验收；性能调优解决运行效率，是本页的重点；持续优化基于 trace 做长期迭代。接入验收通过后自动交接到优化阶段，无需人工再次发起。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下面这张图回答一个问题：人工在其中做什么。答案是只出现在首尾两端。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开始之前，由人工把目标和口径冻结为 task.json。关键在于单向——契约一经冻结，任何修改都会使 Agent 终止运行。所有阈值都在这一刻确定，后面不再有解释空间。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中间整段无人值守，四个阶段中只有 C 是循环的：每个候选依次通过三道门禁，全部通过后才记录收益，最多六轮。另有两点需要说明：B 阶段的性能剖析只用于定位瓶颈，其数据不计入收益；D 阶段会重新测量一次基线，候选相对前后两个基线均有提升才予以计入。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结束之后交回人工：验收通过则导出 launch.sh，其中引用的是本次运行内的隔离副本，不写回共享环境，所以这份结果可以被独立复现；失败或无有效收益则转人工处理。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最下方这条回环是外循环，也是这套机制的长期价值：经复验的结论沉淀为诊断规则与候选库，供下一个模型直接复用，人工判断的比重逐轮下降——这正好回应前一页提出的问题。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总预算 36000 秒，最终复验预留 600 秒。这个预留偏小：最多 6 轮完整复验，平均每轮只有一百秒，而一轮需要启动服务、通过三道门禁并跑完全量评测。建议按候选数量与实测单轮耗时自适应调整。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resume 不重置 deadline，因此临近结束时被中断再恢复，D 阶段可能无法获得足额预留，必要时应显式延长并记入 state。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门禁 · 约 125 秒（2:05）】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本页是上一页 C 阶段的放大：其中每一个候选，都要完整走过左侧这条流水线。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准备阶段在隔离副本上应用补丁，必要时执行算子生成与构建，再为编译产物记录一次身份。服务启动时核对端口、PCI 与 model_path，确保被测对象确实是该候选。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三道门禁按成本由低到高排列，这个顺序是刻意安排的：成本最低的第一道先拦下大部分错误实现，不通过即终止，不再占用后续设备时间。第一道看输出有没有变，判据是贪心输出的 token 完全一致；第二道看质量有没有降，判据是同一批 MMStar 题目的正确率与解析率；第三道看是不是确实更快，四项指标各重复三次取中位，收益须同时大于 3% 与实测噪声极差——换言之，低于噪声水平的提升不计为收益。代码里它们分别叫数值门、质量门、性能门。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下方两条是防作弊约束。这类系统最常见的失效方式，是候选通过减少实际工作量换取速度：命中前缀缓存、缩短上下文、降低精度。因此 prompt 的 token 数必须等于冻结值，出现缓存命中即判定不通过。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右侧是这条流水线判定出的结果。需要强调口径：图中的收益全部来自最终复验通过的候选，筛选阶段看似有收益、复验未通过的，一律不计入。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正确率零容差在 24 题的筛选集上，一道题即相当于 4.17 个百分点，并且与容许 0.03 的 logprob 漂移相互矛盾：漂移唯一的表现形式就是临界题翻转。建议改为同一批题目上的配对检验。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次重复的极差只能作为粗略估计，且基线与候选分处十小时窗口中的不同时间段，设备漂移会直接进入对比。要让数字经得起追问，需要在同一窗口内交错测量 A/B/A。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基线，而非参考实现，因此基线自身的数值错误无法发现。架构接入阶段已有冻结的独立 CPU 参考，性能调优阶段应在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框架 · 人工与 AGENT 的职责划分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人工设定目标与口径，Agent 全程自动执行，结论交回人工判定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人工只出现在首尾两端：开始前冻结契约，结束后判定交付；中间的候选迭代与门禁裁决全部自动执行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onboard-*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分八层逐层验收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682496"/>
            <a:ext cx="3515258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386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run / resume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00474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8127796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8964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optimize-*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基于 trace 持续迭代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90052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48640" y="2304288"/>
            <a:ext cx="2286000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04288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432304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设定目标与口径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285292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目标模型、负载与并发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27355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四项阈值与时间预算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694176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已知失败的修复候选</a:t>
            </a:r>
          </a:p>
        </p:txBody>
      </p:sp>
      <p:sp>
        <p:nvSpPr>
          <p:cNvPr id="22" name="Oval 21"/>
          <p:cNvSpPr/>
          <p:nvPr/>
        </p:nvSpPr>
        <p:spPr>
          <a:xfrm>
            <a:off x="74980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11480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冻结为 task.json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54880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契约一经冻结，修改即终止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移交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304288"/>
            <a:ext cx="576072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432304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全程自动执行，无人值守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启动前校验备份、题集与图片的 sha256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16352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28416" y="29260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2816352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2816352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全量评测确立对照基准；启动失败最多修复 6 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18688" y="3346704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28416" y="3456432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4176" y="3346704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性能剖析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3346704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独立进程采集 trace，仅用于定位，不计入收益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877056"/>
            <a:ext cx="5358383" cy="4937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28416" y="39867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4176" y="3877056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3877056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每个候选依次通过三道门禁并记录收益，最多 6 轮</a:t>
            </a:r>
          </a:p>
        </p:txBody>
      </p:sp>
      <p:sp>
        <p:nvSpPr>
          <p:cNvPr id="40" name="Freeform 39"/>
          <p:cNvSpPr/>
          <p:nvPr/>
        </p:nvSpPr>
        <p:spPr>
          <a:xfrm>
            <a:off x="8138160" y="3968496"/>
            <a:ext cx="237744" cy="310896"/>
          </a:xfrm>
          <a:custGeom>
            <a:avLst/>
            <a:gdLst/>
            <a:ahLst/>
            <a:cxnLst/>
            <a:rect l="l" t="t" r="r" b="b"/>
            <a:pathLst>
              <a:path w="237744" h="310896">
                <a:moveTo>
                  <a:pt x="0" y="310896"/>
                </a:moveTo>
                <a:lnTo>
                  <a:pt x="237744" y="310896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18688" y="4407408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8416" y="451713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94176" y="4407408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0" y="4407408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重测基线后全量复验，相对两个基线均提升方可计入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00600" y="4956048"/>
            <a:ext cx="37033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单个候选的判定流程见下页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19" y="2304288"/>
            <a:ext cx="2681935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19" y="2304288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62288" y="2432304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判定结论与交付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85292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审阅 report.md 与 best.json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27355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验收通过：导出 launch.sh</a:t>
            </a:r>
          </a:p>
        </p:txBody>
      </p:sp>
      <p:sp>
        <p:nvSpPr>
          <p:cNvPr id="53" name="Oval 52"/>
          <p:cNvSpPr/>
          <p:nvPr/>
        </p:nvSpPr>
        <p:spPr>
          <a:xfrm>
            <a:off x="916228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3694176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失败或无收益：转人工处理</a:t>
            </a:r>
          </a:p>
        </p:txBody>
      </p:sp>
      <p:sp>
        <p:nvSpPr>
          <p:cNvPr id="55" name="Oval 54"/>
          <p:cNvSpPr/>
          <p:nvPr/>
        </p:nvSpPr>
        <p:spPr>
          <a:xfrm>
            <a:off x="916228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63456" y="411480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每一轮均可回放追溯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62288" y="4754880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导出脚本引用 run 内的隔离副本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19" y="5010912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交回人工</a:t>
            </a:r>
          </a:p>
        </p:txBody>
      </p:sp>
      <p:sp>
        <p:nvSpPr>
          <p:cNvPr id="59" name="Freeform 58"/>
          <p:cNvSpPr/>
          <p:nvPr/>
        </p:nvSpPr>
        <p:spPr>
          <a:xfrm>
            <a:off x="1691640" y="5230368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412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经复验的结论沉淀为诊断规则与候选库，供下一个模型直接复用，人工判断逐轮减少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架构接入验收通过后，onboard --optimize 自动交接至优化阶段；总预算 36000 秒，最终复验预留 600 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框架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门禁 · 单个候选的判定流程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三道门禁按成本由低到高排列，任一道不通过即终止该候选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上页 C 阶段的每个候选都要走完这条流水线；判据为契约中的固定阈值，不经模型解释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在隔离副本上应用补丁　→　算子生成与构建　→　记录产物身份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84831"/>
            <a:ext cx="6156655" cy="4023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5717743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with Server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启动时核对身份：先 bind 端口 · 二次核对 PCI · 比对 model_path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33472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633472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633472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33472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段固定文本，logprob 差 ≤ 0.03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200400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质量未降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200400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00400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同一批题目，筛选阶段取 24 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67328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67328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767328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3767328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回归 ≤ 5%，收益 &gt; 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767328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 3 次取中位，并须大于噪声极差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25696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防作弊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候选不得通过减少实际工作量换取速度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483717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736592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prompt_tokens 必须等于冻结值；出现前缀缓存命中（cached_tokens &gt; 0）即判定不通过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663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065776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精度、dtype、缓存、上下文长度一律冻结；候选环境变量限白名单，不得开启 profiler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1055" y="1737360"/>
            <a:ext cx="4572000" cy="3602736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效果图位置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建议使用优化收益曲线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3.94 in（约 4:3）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86400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86400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图中收益均为最终复验通过的结果，筛选阶段的收益不计入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数值门与质量门实现于 evaluation.py，性能门实现于 benchmark.py；阈值均来自冻结契约，候选无权修改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门禁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