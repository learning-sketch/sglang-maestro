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【Agent 框架 · 约 125 秒（2:05）】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这套 Agent 在 M100 上做两件事：把模型适配下来，再把性能调上去。执行后端是 SGLang，第一个任务是 Qwen3-VL-8B 的 channel-FP8。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它的哲学是四步：冻结一切可变量，改只在隔离副本里改，判定交给独立的确定性门禁，全程留证据、随时可回退。一句话，它不信 LLM 的自述，一切以真机实测为准。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灰色这行是背景：一共三条命令线，结构同构、共用一套底座，今天只讲最成熟的调优线。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正式跑之前先自检：拿锁、校验备份和题集、每张图片对 sha256，残留的实验标记中断并清理进程。冻结物被改过就拒绝继续。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然后是四个阶段。A 建立工作基线，跑一次全量评测，启动失败就让规划器按日志证据提修复，每次都从原始备份重开，全失败就不往下走。B 是可选的 profiling，只用来定位、不参与收益计算。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 是候选迭代，预算不够或者连续三个候选没收益就停；这里有一条纪律——提实验前必须核对过真实源码并带上证据，虚构的补丁在规划阶段就被打回。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 最关键：先重测一次基线，再对每个候选做全量复验，相对初始基线和重测基线都提升才计入。所以结论只有两种，要么 verified_gain 交付，要么保留基线、报告不宣称加速。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预算 36000 秒，最终复验预留 600 秒。这个预留我认为偏小：最多 6 轮完整复验摊下来一轮一百秒，而一轮要起服务、过三道门、跑全量评测。建议按候选数量和实测单轮耗时自适应。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恢复不重置 deadline，所以临近尾声被中断再恢复，阶段 D 可能拿不到足额预留，必要时应该显式延长并记进 state。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已验收的候选不会成为新基线，候选永远从基线分叉，所以多个独立收益不会叠加——一次 run 交付的是最好的那一个，不是它们的组合。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【Agent 门禁 · 约 105 秒（1:45）】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这一页是上一页 C 阶段的放大：里面的每一个候选，都要走完左边这条流水线。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先准备：在隔离副本上打补丁、生成完整 diff，需要的话跑算子生成和构建，再给编译后的产物记一次身份。服务起来时还要核对端口、PCI 和 model_path，防止串台。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然后连过三道门，顺序是从便宜到贵。数值门：三段固定文本做 teacher-forcing，贪心输出的 token 必须完全一致，logprob 最大绝对差不超过 0.03。质量门：同一批 MMStar 题目，正确率零下降，解析率也不许降。性能门：四个指标各重复三次取中位，任一指标回归不超过 5%，有效收益要同时大于 3% 和实测噪声极差。任一道不过立即返回，不浪费后面的设备时间。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下面两条是防作弊：prompt 的 token 数必须等于冻结值，出现前缀缓存命中直接拒；精度、缓存这些口径一律不许动——不能靠偷工减料来变快。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右边就是这条流水线判出来的结果。要强调的是口径：图里的收益都是最终复验通过的，筛选阶段看起来有收益、复验没过的，一个都不算。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正确率零容差在 24 题的筛选集上一道题就是 4.17 个百分点，而且和容许 0.03 logprob 漂移自相矛盾：漂移唯一的表现形式就是临界题翻转。建议改成同一批题目上的配对检验。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3 次重复的极差只能算粗估，而且基线与候选是十小时窗口里的不同时间块，设备漂移会直接进对比。要让数字经得起追问，得在同一窗口里交错测 A/B/A。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数值门比的是候选与 M100 基线，不是参考实现，所以基线自身的数值错误发现不了。接入线已经有冻结的独立 CPU 参考，调优线应该在阶段 A 继承一次。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AGENT 框架 · M100-MODEL-AGENT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一次 run 的四个阶段：冻结基线 → 候选迭代 → 最终复验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冻结一切可变量 · 在隔离副本里改 · 独立门禁裁决 · 留证据可回退——这四步贯穿所有代码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三条命令线结构同构、共用一套底座：调优线 run / resume（本页）　接入线 onboard-*　优化线 optimize-*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1094415" cy="42062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11680"/>
            <a:ext cx="10618927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执行前</a:t>
            </a: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取 run 锁与每张卡的文件锁 · 校验备份清单 / 题集 / 每张图片 sha256 · 残留实验标记 interrupted 并清理进程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15184"/>
            <a:ext cx="2595295" cy="213969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761488"/>
            <a:ext cx="310896" cy="310896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743200"/>
            <a:ext cx="177233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建立工作基线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331012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182112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首轮 000-baseline 全量评测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369417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566160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启动失败按日志证据提修复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40782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950208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每次从原始备份重开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446227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334256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全失败即 baseline_failed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1679" y="2615184"/>
            <a:ext cx="2595295" cy="213969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01135" y="2761488"/>
            <a:ext cx="310896" cy="310896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5183" y="2743200"/>
            <a:ext cx="177233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Profiling（可选）</a:t>
            </a:r>
          </a:p>
        </p:txBody>
      </p:sp>
      <p:sp>
        <p:nvSpPr>
          <p:cNvPr id="22" name="Oval 21"/>
          <p:cNvSpPr/>
          <p:nvPr/>
        </p:nvSpPr>
        <p:spPr>
          <a:xfrm>
            <a:off x="3601135" y="331012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02303" y="3182112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独立进程采 trace</a:t>
            </a:r>
          </a:p>
        </p:txBody>
      </p:sp>
      <p:sp>
        <p:nvSpPr>
          <p:cNvPr id="24" name="Oval 23"/>
          <p:cNvSpPr/>
          <p:nvPr/>
        </p:nvSpPr>
        <p:spPr>
          <a:xfrm>
            <a:off x="3601135" y="369417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2303" y="3566160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只用于定位瓶颈</a:t>
            </a:r>
          </a:p>
        </p:txBody>
      </p:sp>
      <p:sp>
        <p:nvSpPr>
          <p:cNvPr id="26" name="Oval 25"/>
          <p:cNvSpPr/>
          <p:nvPr/>
        </p:nvSpPr>
        <p:spPr>
          <a:xfrm>
            <a:off x="3601135" y="40782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2303" y="3950208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不参与收益计算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80511" y="3685032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6214719" y="2615184"/>
            <a:ext cx="2595295" cy="213969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2761488"/>
            <a:ext cx="310896" cy="310896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8223" y="2743200"/>
            <a:ext cx="177233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候选迭代</a:t>
            </a:r>
          </a:p>
        </p:txBody>
      </p:sp>
      <p:sp>
        <p:nvSpPr>
          <p:cNvPr id="32" name="Oval 31"/>
          <p:cNvSpPr/>
          <p:nvPr/>
        </p:nvSpPr>
        <p:spPr>
          <a:xfrm>
            <a:off x="6434175" y="331012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5343" y="3182112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预算 &gt; 预留 + 180s 才继续</a:t>
            </a:r>
          </a:p>
        </p:txBody>
      </p:sp>
      <p:sp>
        <p:nvSpPr>
          <p:cNvPr id="34" name="Oval 33"/>
          <p:cNvSpPr/>
          <p:nvPr/>
        </p:nvSpPr>
        <p:spPr>
          <a:xfrm>
            <a:off x="6434175" y="369417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5343" y="3566160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实验累计上限 6 个</a:t>
            </a:r>
          </a:p>
        </p:txBody>
      </p:sp>
      <p:sp>
        <p:nvSpPr>
          <p:cNvPr id="36" name="Oval 35"/>
          <p:cNvSpPr/>
          <p:nvPr/>
        </p:nvSpPr>
        <p:spPr>
          <a:xfrm>
            <a:off x="6434175" y="40782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5343" y="3950208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连续 3 个无收益即停</a:t>
            </a:r>
          </a:p>
        </p:txBody>
      </p:sp>
      <p:sp>
        <p:nvSpPr>
          <p:cNvPr id="38" name="Oval 37"/>
          <p:cNvSpPr/>
          <p:nvPr/>
        </p:nvSpPr>
        <p:spPr>
          <a:xfrm>
            <a:off x="6434175" y="446227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5343" y="4334256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提实验前必须核对源码带证据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13551" y="3685032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9047759" y="2615184"/>
            <a:ext cx="2595295" cy="213969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67215" y="2761488"/>
            <a:ext cx="310896" cy="310896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1263" y="2743200"/>
            <a:ext cx="177233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最终复验</a:t>
            </a:r>
          </a:p>
        </p:txBody>
      </p:sp>
      <p:sp>
        <p:nvSpPr>
          <p:cNvPr id="44" name="Oval 43"/>
          <p:cNvSpPr/>
          <p:nvPr/>
        </p:nvSpPr>
        <p:spPr>
          <a:xfrm>
            <a:off x="9267215" y="331012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8383" y="3182112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先重测基线（只测性能）</a:t>
            </a:r>
          </a:p>
        </p:txBody>
      </p:sp>
      <p:sp>
        <p:nvSpPr>
          <p:cNvPr id="46" name="Oval 45"/>
          <p:cNvSpPr/>
          <p:nvPr/>
        </p:nvSpPr>
        <p:spPr>
          <a:xfrm>
            <a:off x="9267215" y="369417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8383" y="3566160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每个候选做全量复验</a:t>
            </a:r>
          </a:p>
        </p:txBody>
      </p:sp>
      <p:sp>
        <p:nvSpPr>
          <p:cNvPr id="48" name="Oval 47"/>
          <p:cNvSpPr/>
          <p:nvPr/>
        </p:nvSpPr>
        <p:spPr>
          <a:xfrm>
            <a:off x="9267215" y="40782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8383" y="3950208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两个基线都提升才计入</a:t>
            </a:r>
          </a:p>
        </p:txBody>
      </p:sp>
      <p:sp>
        <p:nvSpPr>
          <p:cNvPr id="50" name="Oval 49"/>
          <p:cNvSpPr/>
          <p:nvPr/>
        </p:nvSpPr>
        <p:spPr>
          <a:xfrm>
            <a:off x="9267215" y="446227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8383" y="4334256"/>
            <a:ext cx="1955215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否则保留基线不宣称加速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846591" y="3685032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53" name="TextBox 52"/>
          <p:cNvSpPr txBox="1"/>
          <p:nvPr/>
        </p:nvSpPr>
        <p:spPr>
          <a:xfrm>
            <a:off x="6434175" y="4791456"/>
            <a:ext cx="259529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每个候选怎么被判 → 下一页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120640"/>
            <a:ext cx="11094415" cy="87782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5120640"/>
            <a:ext cx="64008" cy="87782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5230368"/>
            <a:ext cx="104543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结论只有两种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verified_gain 交付，或 baseline_retained 保留基线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" y="5650992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筛选收益 ≠ 交付收益：相对初始基线与重测基线都提升才计入，否则报告不宣称加速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预算 36000s，最终复验预留 600s；底座模块（契约 / 隔离 / 门禁 / 规划 / 构建 / 设备）被三条命令线共享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Agent 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AGENT 门禁 · 一个候选怎么被判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三道门由便宜到贵，任一道不过立即返回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上一页 C 阶段里的每个候选都要走完这条流水线；判据是固定阈值，不由模型解释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15665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准备　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隔离副本 + 打补丁　→　算子生成 / 构建　→　产物身份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84831"/>
            <a:ext cx="6156655" cy="40233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84831"/>
            <a:ext cx="5717743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with Server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启动即核对身份：端口先 bind · PCI 二次核对 · model_path 比对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33472"/>
            <a:ext cx="6156655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633472"/>
            <a:ext cx="329184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33472"/>
            <a:ext cx="91440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数值门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633472"/>
            <a:ext cx="201168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贪心 token 完全一致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33472"/>
            <a:ext cx="2425903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3 段固定文本，logprob 差 ≤ 0.03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6156655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00400"/>
            <a:ext cx="329184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200400"/>
            <a:ext cx="91440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200400"/>
            <a:ext cx="201168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正确率零下降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00400"/>
            <a:ext cx="2425903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解析率不得降，同一批题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67328"/>
            <a:ext cx="6156655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67328"/>
            <a:ext cx="329184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767328"/>
            <a:ext cx="91440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性能门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767328"/>
            <a:ext cx="201168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回归 ≤ 5%，收益 &gt; 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67328"/>
            <a:ext cx="2425903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3 次取中位，还要大于噪声极差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25696"/>
            <a:ext cx="615665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防作弊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候选不能靠减少工作量换“变快”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83717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736592"/>
            <a:ext cx="5955487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prompt_tokens 必须等于冻结的 input_tokens；前缀缓存命中（cached_tokens &gt; 0）直接拒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166360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65776"/>
            <a:ext cx="5955487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精度 / dtype / 缓存 / 上下文长度一律冻结，候选 env 限白名单且不得开 profiler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71055" y="1737360"/>
            <a:ext cx="4572000" cy="3602736"/>
          </a:xfrm>
          <a:prstGeom prst="rect">
            <a:avLst/>
          </a:prstGeom>
          <a:solidFill>
            <a:srgbClr val="F6F7F9"/>
          </a:solidFill>
          <a:ln w="9525">
            <a:solidFill>
              <a:srgbClr val="C5CCD4"/>
            </a:solidFill>
            <a:prstDash val="dash"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效果图位置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建议：优化曲线 / 收敛曲线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横轴每一轮候选，纵轴收益；复验通过的单独标出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5.0 × 3.94 in（约 4:3）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11094415" cy="4754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64008" cy="4754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486400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口径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图中收益均为最终复验通过的结果，筛选阶段的收益不计入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数值门与质量门在 evaluation.py，性能门在 benchmark.py；阈值全部来自冻结契约，候选无权修改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Agent 门禁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