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【软件栈 · 约 75 秒（1:15）】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先看一眼 M100 的软件栈，说清楚 Agent 站在哪一层。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从下往上，芯片、运行时和驱动、编译器，这几层昆仑芯已经做好了，我们按原样用、一行不改，所以这里合并成一条。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往上两层才是我们动手的地方，页面上框出来了：上面是框架层，下面是算子层。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框架层这一框：SGLang 是主线，XInfer 是昆仑芯自己的推理框架。Agent 在这一层做版本跟进、特性组合，以及单机部署按 SLO 调优——后面 Loop A、Loop B 讲的就是这一框。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算子层这一框：XCN_ATEN_OPS。Agent 在这一层盘算子缺口、做绑定和精度验证，再按理论上限提速——后面 Loop C 和 xpugen 讲的是这一框。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实心的三个模块是 Agent 直接参与的；其余由昆仑芯或社区提供，我们只做对接。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被问到再说 ——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为什么不动下面几层：编译器、运行时、驱动是昆仑芯的交付物，我们改了既不好升级也不好交接；Agent 只通过它们暴露的接口拿编译、运行、性能和理论上限。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vLLM 与 FlashInfer 画在图上是为了标清楚位置，当前投入都在 SGLang 这条线上。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昆仑芯 M100 软件栈 · AGENT 介入的位置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Agent 的工作集中在上面两层：框架层接入调优，算子层补齐提速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实心的三个模块是 Agent 直接参与；底层编译器、运行时与驱动按原样使用，不改一行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645920"/>
            <a:ext cx="615665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■</a:t>
            </a: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　Agent 直接参与　　</a:t>
            </a:r>
            <a:r>
              <a:rPr sz="10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□</a:t>
            </a: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昆仑芯 / 社区提供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938528"/>
            <a:ext cx="9722815" cy="1389888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C061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21408" y="1810512"/>
            <a:ext cx="1243584" cy="256032"/>
          </a:xfrm>
          <a:prstGeom prst="roundRect">
            <a:avLst>
              <a:gd name="adj" fmla="val 40000"/>
            </a:avLst>
          </a:prstGeom>
          <a:solidFill>
            <a:srgbClr val="C0612C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框架层的工作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66544" y="2944368"/>
            <a:ext cx="9430207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SGLang 版本跟进 · 特性组合与开关 · 单机部署按 SLO 调优</a:t>
            </a: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→　后面 Loop A / Loop B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9424"/>
            <a:ext cx="1280160" cy="45720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49424"/>
            <a:ext cx="128016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推理框架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66544" y="2084831"/>
            <a:ext cx="2247823" cy="786384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SGLang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0671" y="2084831"/>
            <a:ext cx="2247823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vLLM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4799" y="2084831"/>
            <a:ext cx="2247823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FlashInfer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48927" y="2084831"/>
            <a:ext cx="2247823" cy="786384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XInfer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38144"/>
            <a:ext cx="1280160" cy="45720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38144"/>
            <a:ext cx="128016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深度学习框架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66544" y="3438144"/>
            <a:ext cx="9430207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PyTorch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4114800"/>
            <a:ext cx="9722815" cy="1170432"/>
          </a:xfrm>
          <a:prstGeom prst="roundRect">
            <a:avLst>
              <a:gd name="adj" fmla="val 4000"/>
            </a:avLst>
          </a:prstGeom>
          <a:noFill/>
          <a:ln w="19050">
            <a:solidFill>
              <a:srgbClr val="C061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21408" y="3986784"/>
            <a:ext cx="1243584" cy="256032"/>
          </a:xfrm>
          <a:prstGeom prst="roundRect">
            <a:avLst>
              <a:gd name="adj" fmla="val 40000"/>
            </a:avLst>
          </a:prstGeom>
          <a:solidFill>
            <a:srgbClr val="C0612C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算子层的工作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66544" y="4901184"/>
            <a:ext cx="9430207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算子缺口盘点 · 绑定与精度验证 · 按理论上限提速</a:t>
            </a: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→　后面 Loop C / xpugen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15968"/>
            <a:ext cx="1280160" cy="45720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128016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算子库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66544" y="4261104"/>
            <a:ext cx="2247823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XPU Math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60671" y="4261104"/>
            <a:ext cx="2247823" cy="566928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XCN_ATEN_OPS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4799" y="4261104"/>
            <a:ext cx="2247823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XHPC</a:t>
            </a:r>
          </a:p>
          <a:p>
            <a:pPr algn="ctr" latinLnBrk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XBLAS / XPUDNN / XFA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48927" y="4261104"/>
            <a:ext cx="2247823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5CCD4"/>
            </a:solidFill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XCCL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431536"/>
            <a:ext cx="1280160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31536"/>
            <a:ext cx="128016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编译器 · 运行时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硬件 &amp; 驱动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5431536"/>
            <a:ext cx="9722815" cy="5669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XCUDA（XTDK）　·　xTriton　·　XPU Runtime &amp; Driver　·　昆仑芯 M100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82512"/>
            <a:ext cx="990569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依据昆仑芯 M100 软件栈示意图整理；模块名称与分层沿用原图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45775" y="6382512"/>
            <a:ext cx="109728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软件栈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