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微秒，当场丢弃；第 4 轮想把系数挪到 host 侧折好，但每次要 H2D 上传 2KB，光传输就 17.6 微秒，比 kernel 本身还贵，也丢弃——注意这一轮丢的理由是整体变慢，不是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17.60 微秒是 H2D 传输本身，不是 kernel 耗时，所以那一行没有 achieved；它被丢弃的理由是整体变慢，而不是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0118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6 页展开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6" name="Freeform 35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5" name="Oval 44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47" name="Oval 46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5" name="Freeform 54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74573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63440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03834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956048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533095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248655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C0612C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720" y="424332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21792" y="4142739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69976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59918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42798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32740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15620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05562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278384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8720" y="261264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621792" y="25120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2884424"/>
            <a:ext cx="5349240" cy="0"/>
          </a:xfrm>
          <a:prstGeom prst="line">
            <a:avLst/>
          </a:prstGeom>
          <a:ln w="12700">
            <a:solidFill>
              <a:srgbClr val="8C96A1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88720" y="2792018"/>
            <a:ext cx="5349240" cy="0"/>
          </a:xfrm>
          <a:prstGeom prst="line">
            <a:avLst/>
          </a:prstGeom>
          <a:ln w="12700">
            <a:solidFill>
              <a:srgbClr val="C0612C"/>
            </a:solidFill>
            <a:prstDash val="dash"/>
          </a:ln>
        </p:spPr>
      </p:cxnSp>
      <p:cxnSp>
        <p:nvCxnSpPr>
          <p:cNvPr id="28" name="Connector 27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1691640" y="3797604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2199640" y="3422548"/>
            <a:ext cx="508000" cy="375056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2707640" y="3422548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3215640" y="3422548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3723640" y="2781147"/>
            <a:ext cx="508000" cy="641401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4231640" y="2781147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739640" y="2781147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5247640" y="2781147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5755640" y="2721356"/>
            <a:ext cx="508000" cy="59791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48" name="Oval 47"/>
          <p:cNvSpPr/>
          <p:nvPr/>
        </p:nvSpPr>
        <p:spPr>
          <a:xfrm>
            <a:off x="1627632" y="3733596"/>
            <a:ext cx="128016" cy="128016"/>
          </a:xfrm>
          <a:prstGeom prst="ellipse">
            <a:avLst/>
          </a:prstGeom>
          <a:solidFill>
            <a:srgbClr val="66727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889044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0" name="Oval 49"/>
          <p:cNvSpPr/>
          <p:nvPr/>
        </p:nvSpPr>
        <p:spPr>
          <a:xfrm>
            <a:off x="2643632" y="3358540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41880" y="314822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2" name="Oval 51"/>
          <p:cNvSpPr/>
          <p:nvPr/>
        </p:nvSpPr>
        <p:spPr>
          <a:xfrm>
            <a:off x="3151632" y="4081475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49880" y="3871163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4" name="Oval 53"/>
          <p:cNvSpPr/>
          <p:nvPr/>
        </p:nvSpPr>
        <p:spPr>
          <a:xfrm>
            <a:off x="4167632" y="2717139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65880" y="2506827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56" name="Oval 55"/>
          <p:cNvSpPr/>
          <p:nvPr/>
        </p:nvSpPr>
        <p:spPr>
          <a:xfrm>
            <a:off x="4675632" y="2722575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76772" y="2634488"/>
            <a:ext cx="173736" cy="173736"/>
          </a:xfrm>
          <a:prstGeom prst="ellipse">
            <a:avLst/>
          </a:prstGeom>
          <a:solidFill>
            <a:srgbClr val="3F63A8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97879" y="2447036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17.60 µs 是 H2D 传输本身，不是 kernel 耗时；交付复测、地板探针、下排 shape 表各为独立批次，0.730 与 0.724 不应互相换算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792224"/>
            <a:ext cx="4858207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219456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167128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250545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3758183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4096511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6" name="Oval 35"/>
          <p:cNvSpPr/>
          <p:nvPr/>
        </p:nvSpPr>
        <p:spPr>
          <a:xfrm>
            <a:off x="6784848" y="466344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636007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497433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6" y="2889504"/>
            <a:ext cx="317699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48807" y="2889504"/>
            <a:ext cx="39712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45931" y="288950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96328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6" y="3163824"/>
            <a:ext cx="1985619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57435" y="3163824"/>
            <a:ext cx="1588495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45931" y="316382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1816" y="3451860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6408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21624" y="3451860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86216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27464" y="3451860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92056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51592" y="3401568"/>
            <a:ext cx="119146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C5CCD4"/>
            </a:solidFill>
            <a:tailEnd type="triangle" w="med" len="med"/>
          </a:ln>
        </p:spPr>
      </p:cxnSp>
      <p:sp>
        <p:nvSpPr>
          <p:cNvPr id="7" name="Rectangle 6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31" name="Freeform 30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2" name="Oval 21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4" name="Oval 33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