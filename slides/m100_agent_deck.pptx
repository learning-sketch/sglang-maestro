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右边是目前的实测样例，batch_norm：固定 256 乘 4096 的负载，fp32，相对 batch_norm_v4 基线加速 1.37 倍，13.24 微秒降到 9.66。这是单算子样例，还没有规模化统计，所以这里不报聚合指标。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1.37 倍的基线是 batch_norm_v4 的 13.24 微秒，不是现有库实现，也不是未调优的草稿，被问到时按这个口径回答。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9.66 微秒是在空闲卡上复测 200 次的结果。这能说明没有明显抖动，但不同卡况之间仍有差异，被追问时按实际测量条件回答，不要说成已验证稳定。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微秒、0.468，当场丢弃；第 4 轮想把系数挪到 host 侧折好，但每次调用都要把系数 H2D 上传一遍，连上传一起算 17.60 微秒、0.401，是八轮里最差的一个，也丢弃。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0.401 是按 17.60 微秒的整体耗时算的，里面含每次调用的 H2D 上传。kernel 本身没有变慢，是这次上传把整体拖垮了，所以丢弃的理由是整体变慢。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fp32 · 总流量 8.39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1.37×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9.66 µs · iters=200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空闲卡上复测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 batch_norm_v4，详见下一页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420449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21792" y="410391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738589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638005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505635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40505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272681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172097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039726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293914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06188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57381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" y="247323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806772"/>
            <a:ext cx="5349240" cy="0"/>
          </a:xfrm>
          <a:prstGeom prst="line">
            <a:avLst/>
          </a:prstGeom>
          <a:ln w="12700">
            <a:solidFill>
              <a:srgbClr val="8C96A1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1188720" y="2727568"/>
            <a:ext cx="5349240" cy="0"/>
          </a:xfrm>
          <a:prstGeom prst="line">
            <a:avLst/>
          </a:prstGeom>
          <a:ln w="12700">
            <a:solidFill>
              <a:srgbClr val="C0612C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691640" y="358949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199640" y="3268022"/>
            <a:ext cx="508000" cy="321476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707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215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723640" y="2718249"/>
            <a:ext cx="508000" cy="549773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231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39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247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5755640" y="2667000"/>
            <a:ext cx="508000" cy="51249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1627632" y="3525490"/>
            <a:ext cx="128016" cy="128016"/>
          </a:xfrm>
          <a:prstGeom prst="ellipse">
            <a:avLst/>
          </a:prstGeom>
          <a:solidFill>
            <a:srgbClr val="66727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368093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2" name="Oval 51"/>
          <p:cNvSpPr/>
          <p:nvPr/>
        </p:nvSpPr>
        <p:spPr>
          <a:xfrm>
            <a:off x="2643632" y="3204014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41880" y="2993702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4" name="Oval 53"/>
          <p:cNvSpPr/>
          <p:nvPr/>
        </p:nvSpPr>
        <p:spPr>
          <a:xfrm>
            <a:off x="3151632" y="3823672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9880" y="361336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6" name="Oval 55"/>
          <p:cNvSpPr/>
          <p:nvPr/>
        </p:nvSpPr>
        <p:spPr>
          <a:xfrm>
            <a:off x="3659632" y="4135831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57880" y="392551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58" name="Oval 57"/>
          <p:cNvSpPr/>
          <p:nvPr/>
        </p:nvSpPr>
        <p:spPr>
          <a:xfrm>
            <a:off x="4167632" y="265424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65880" y="244392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60" name="Oval 59"/>
          <p:cNvSpPr/>
          <p:nvPr/>
        </p:nvSpPr>
        <p:spPr>
          <a:xfrm>
            <a:off x="4675632" y="265890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76772" y="2580132"/>
            <a:ext cx="173736" cy="173736"/>
          </a:xfrm>
          <a:prstGeom prst="ellipse">
            <a:avLst/>
          </a:prstGeom>
          <a:solidFill>
            <a:srgbClr val="3F63A8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239268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µs 含每次调用的 H2D 上传，不只是 kernel 本身；交付复测、地板探针、下排 shape 表各为独立批次，0.730 与 0.724 不应互相换算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