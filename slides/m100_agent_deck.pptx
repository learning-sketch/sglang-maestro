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6、7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微秒、0.468，当场丢弃；第 4 轮想把系数挪到 host 侧折好，但每次调用都要把系数 H2D 上传一遍，连上传一起算 17.60 微秒、0.401，是八轮里最差的一个，也丢弃。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0.401 是按 17.60 微秒的整体耗时算的，里面含每次调用的 H2D 上传。kernel 本身没有变慢，是这次上传把整体拖垮了，所以丢弃的理由是整体变慢。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0118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6、7 页展开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6" name="Freeform 35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5" name="Oval 44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47" name="Oval 46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5" name="Freeform 54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74573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63440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03834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956048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533095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248655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C0612C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720" y="4204498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21792" y="410391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738589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638005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505635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405051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272681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172097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039726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293914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706188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2573818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21792" y="247323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806772"/>
            <a:ext cx="5349240" cy="0"/>
          </a:xfrm>
          <a:prstGeom prst="line">
            <a:avLst/>
          </a:prstGeom>
          <a:ln w="12700">
            <a:solidFill>
              <a:srgbClr val="8C96A1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>
            <a:off x="1188720" y="2727568"/>
            <a:ext cx="5349240" cy="0"/>
          </a:xfrm>
          <a:prstGeom prst="line">
            <a:avLst/>
          </a:prstGeom>
          <a:ln w="12700">
            <a:solidFill>
              <a:srgbClr val="C0612C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691640" y="3589498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2199640" y="3268022"/>
            <a:ext cx="508000" cy="321476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707640" y="3268022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215640" y="3268022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723640" y="2718249"/>
            <a:ext cx="508000" cy="549773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231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739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5247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5755640" y="2667000"/>
            <a:ext cx="508000" cy="51249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1627632" y="3525490"/>
            <a:ext cx="128016" cy="128016"/>
          </a:xfrm>
          <a:prstGeom prst="ellipse">
            <a:avLst/>
          </a:prstGeom>
          <a:solidFill>
            <a:srgbClr val="66727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25880" y="368093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2" name="Oval 51"/>
          <p:cNvSpPr/>
          <p:nvPr/>
        </p:nvSpPr>
        <p:spPr>
          <a:xfrm>
            <a:off x="2643632" y="3204014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41880" y="2993702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4" name="Oval 53"/>
          <p:cNvSpPr/>
          <p:nvPr/>
        </p:nvSpPr>
        <p:spPr>
          <a:xfrm>
            <a:off x="3151632" y="3823672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49880" y="361336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6" name="Oval 55"/>
          <p:cNvSpPr/>
          <p:nvPr/>
        </p:nvSpPr>
        <p:spPr>
          <a:xfrm>
            <a:off x="3659632" y="4135831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57880" y="392551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58" name="Oval 57"/>
          <p:cNvSpPr/>
          <p:nvPr/>
        </p:nvSpPr>
        <p:spPr>
          <a:xfrm>
            <a:off x="4167632" y="2654241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65880" y="244392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60" name="Oval 59"/>
          <p:cNvSpPr/>
          <p:nvPr/>
        </p:nvSpPr>
        <p:spPr>
          <a:xfrm>
            <a:off x="4675632" y="2658901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76772" y="2580132"/>
            <a:ext cx="173736" cy="173736"/>
          </a:xfrm>
          <a:prstGeom prst="ellipse">
            <a:avLst/>
          </a:prstGeom>
          <a:solidFill>
            <a:srgbClr val="3F63A8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239268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17.60 µs 含每次调用的 H2D 上传，不只是 kernel 本身；交付复测、地板探针、下排 shape 表各为独立批次，0.730 与 0.724 不应互相换算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792224"/>
            <a:ext cx="4858207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219456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167128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250545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3758183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4096511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6" name="Oval 35"/>
          <p:cNvSpPr/>
          <p:nvPr/>
        </p:nvSpPr>
        <p:spPr>
          <a:xfrm>
            <a:off x="6784848" y="466344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636007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497433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6" y="2889504"/>
            <a:ext cx="317699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48807" y="2889504"/>
            <a:ext cx="39712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45931" y="288950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96328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6" y="3163824"/>
            <a:ext cx="1985619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57435" y="3163824"/>
            <a:ext cx="1588495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45931" y="316382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1816" y="3451860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6408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21624" y="3451860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86216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27464" y="3451860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92056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51592" y="3401568"/>
            <a:ext cx="119146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C5CCD4"/>
            </a:solidFill>
            <a:tailEnd type="triangle" w="med" len="med"/>
          </a:ln>
        </p:spPr>
      </p:cxnSp>
      <p:sp>
        <p:nvSpPr>
          <p:cNvPr id="7" name="Rectangle 6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31" name="Freeform 30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2" name="Oval 21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4" name="Oval 33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