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微秒，当场丢弃；第 4 轮想把系数挪到 host 侧折好，但每次要 H2D 上传 2KB，光传输就 17.6 微秒，比 kernel 本身还贵，也丢弃——注意这一轮丢的理由是整体变慢，不是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微秒是 H2D 传输本身，不是 kernel 耗时，所以那一行没有 achieved；它被丢弃的理由是整体变慢，而不是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6" name="Freeform 35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5" name="Oval 44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47" name="Oval 46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5" name="Freeform 54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74573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63440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0383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956048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33095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248655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424332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21792" y="4142739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69976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59918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42798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32740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15620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05562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278384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8720" y="26126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21792" y="25120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884424"/>
            <a:ext cx="5349240" cy="0"/>
          </a:xfrm>
          <a:prstGeom prst="line">
            <a:avLst/>
          </a:prstGeom>
          <a:ln w="12700">
            <a:solidFill>
              <a:srgbClr val="8C96A1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88720" y="2792018"/>
            <a:ext cx="5349240" cy="0"/>
          </a:xfrm>
          <a:prstGeom prst="line">
            <a:avLst/>
          </a:prstGeom>
          <a:ln w="12700">
            <a:solidFill>
              <a:srgbClr val="C0612C"/>
            </a:solidFill>
            <a:prstDash val="dash"/>
          </a:ln>
        </p:spPr>
      </p:cxnSp>
      <p:cxnSp>
        <p:nvCxnSpPr>
          <p:cNvPr id="28" name="Connector 27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691640" y="3797604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2199640" y="3422548"/>
            <a:ext cx="508000" cy="375056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2707640" y="342254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3215640" y="342254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3723640" y="2781147"/>
            <a:ext cx="508000" cy="641401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4231640" y="2781147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739640" y="2781147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5247640" y="2781147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5755640" y="2721356"/>
            <a:ext cx="508000" cy="59791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1627632" y="3733596"/>
            <a:ext cx="128016" cy="128016"/>
          </a:xfrm>
          <a:prstGeom prst="ellipse">
            <a:avLst/>
          </a:prstGeom>
          <a:solidFill>
            <a:srgbClr val="66727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889044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0" name="Oval 49"/>
          <p:cNvSpPr/>
          <p:nvPr/>
        </p:nvSpPr>
        <p:spPr>
          <a:xfrm>
            <a:off x="2643632" y="3358540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41880" y="314822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2" name="Oval 51"/>
          <p:cNvSpPr/>
          <p:nvPr/>
        </p:nvSpPr>
        <p:spPr>
          <a:xfrm>
            <a:off x="3151632" y="4081475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49880" y="3871163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4" name="Oval 53"/>
          <p:cNvSpPr/>
          <p:nvPr/>
        </p:nvSpPr>
        <p:spPr>
          <a:xfrm>
            <a:off x="4167632" y="2717139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65880" y="2506827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56" name="Oval 55"/>
          <p:cNvSpPr/>
          <p:nvPr/>
        </p:nvSpPr>
        <p:spPr>
          <a:xfrm>
            <a:off x="4675632" y="2722575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76772" y="2634488"/>
            <a:ext cx="173736" cy="173736"/>
          </a:xfrm>
          <a:prstGeom prst="ellipse">
            <a:avLst/>
          </a:prstGeom>
          <a:solidFill>
            <a:srgbClr val="3F63A8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97879" y="2447036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µs 是 H2D 传输本身，不是 kernel 耗时；交付复测、地板探针、下排 shape 表各为独立批次，0.730 与 0.724 不应互相换算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2" name="Oval 21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4" name="Oval 33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