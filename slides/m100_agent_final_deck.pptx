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Agent：模型层内部组件与人机交互机制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基于「证据感知 — 假设推演 — 确定性核验」闭环；人只在契约下发、协同介入、终审验收三处交互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45059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契约与证据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207008"/>
            <a:ext cx="36941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508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51392" y="1207008"/>
            <a:ext cx="279166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596896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122529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267712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冻结契约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优化任务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optimization-task.json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质量契约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generation-task.json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调优知识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planner-skills/ × 10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授权边界：测试范围 · 可跳过项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26080"/>
            <a:ext cx="2596896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26080"/>
            <a:ext cx="64008" cy="65836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971800"/>
            <a:ext cx="226771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协同补丁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结对补丁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changes.patch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复杂改动由人主导，同样走四道门禁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78224"/>
            <a:ext cx="2596896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78224"/>
            <a:ext cx="64008" cy="106070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23944"/>
            <a:ext cx="2267712" cy="96926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判决与证据黑板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Verdict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门禁判决与被拒原因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数值与质量偏差详情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实测耗时与下界差距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1572768"/>
            <a:ext cx="2937967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05088" y="1572768"/>
            <a:ext cx="64008" cy="131673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67" y="1618488"/>
            <a:ext cx="2608783" cy="12252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源码与冻结证据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Evidence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SGLang 原仓库只读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有界探针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planner_diagnostics.py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逐次留痕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attempts/ · planner/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诊断产物 ≤ 64 KiB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probes/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冻结快照 + SHA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backup/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3895344"/>
            <a:ext cx="2937967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05088" y="3895344"/>
            <a:ext cx="64008" cy="137160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7" y="3941063"/>
            <a:ext cx="2608783" cy="12801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构建与真机评测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Build &amp; Bench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原位建版本 · 精确重测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git_workspace.py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四道门禁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selfiterate_gates.py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C 设备微测 ≥ 2%　数值门 · 质量门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D 整模三方 A/B 过噪声门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下界账本 · ratio 自检</a:t>
            </a: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roofline.py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物理卡真机实测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41648" y="1517904"/>
            <a:ext cx="3840480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72076" y="1572768"/>
            <a:ext cx="3379622" cy="493776"/>
          </a:xfrm>
          <a:prstGeom prst="roundRect">
            <a:avLst>
              <a:gd name="adj" fmla="val 1481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Orchestration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optimization.py　设备锁 · 状态流转 · 中断恢复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2076" y="2194560"/>
            <a:ext cx="3379622" cy="603504"/>
          </a:xfrm>
          <a:prstGeom prst="roundRect">
            <a:avLst>
              <a:gd name="adj" fmla="val 12121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通信与记忆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Mailbox / 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planner_mailbox.py　UUID + SHA + schema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planner_memory.py　摘要 + 被拒原因 ≤ 18 KB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61888" y="2075687"/>
            <a:ext cx="0" cy="109729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272076" y="2926080"/>
            <a:ext cx="3379622" cy="1280160"/>
          </a:xfrm>
          <a:prstGeom prst="roundRect">
            <a:avLst>
              <a:gd name="adj" fmla="val 5714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2076" y="2980944"/>
            <a:ext cx="337962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　Codex 外部托管会话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3255264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6940" y="3511296"/>
            <a:ext cx="3269894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读源码与冻结证据，形成假设并提出结构化动作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动作限定：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list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硬约束：不能自行宣告成功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61888" y="2807208"/>
            <a:ext cx="0" cy="109728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272076" y="4334256"/>
            <a:ext cx="3379622" cy="493776"/>
          </a:xfrm>
          <a:prstGeom prst="roundRect">
            <a:avLst>
              <a:gd name="adj" fmla="val 1481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optimization_staging.py　打包补丁，触发构建与门禁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61888" y="4215383"/>
            <a:ext cx="0" cy="109729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272076" y="4974336"/>
            <a:ext cx="3379622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判决报告 → 人</a:t>
            </a:r>
            <a:r>
              <a:rPr sz="75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　optimization-report.md · best.json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61888" y="4837176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6053327" y="4828032"/>
            <a:ext cx="1005840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发布：终审验收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45536" y="1819656"/>
            <a:ext cx="1089964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3236975" y="171907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 · 授权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45536" y="3255264"/>
            <a:ext cx="1089964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3255263" y="3154680"/>
            <a:ext cx="67665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结对写补丁</a:t>
            </a:r>
          </a:p>
        </p:txBody>
      </p:sp>
      <p:sp>
        <p:nvSpPr>
          <p:cNvPr id="45" name="Freeform 44"/>
          <p:cNvSpPr/>
          <p:nvPr/>
        </p:nvSpPr>
        <p:spPr>
          <a:xfrm>
            <a:off x="2816352" y="3840480"/>
            <a:ext cx="1419148" cy="210311"/>
          </a:xfrm>
          <a:custGeom>
            <a:avLst/>
            <a:gdLst/>
            <a:ahLst/>
            <a:cxnLst/>
            <a:rect l="l" t="t" r="r" b="b"/>
            <a:pathLst>
              <a:path w="1419148" h="210311">
                <a:moveTo>
                  <a:pt x="0" y="210311"/>
                </a:moveTo>
                <a:lnTo>
                  <a:pt x="0" y="0"/>
                </a:lnTo>
                <a:lnTo>
                  <a:pt x="1419148" y="0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83279" y="3739896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7" name="Freeform 46"/>
          <p:cNvSpPr/>
          <p:nvPr/>
        </p:nvSpPr>
        <p:spPr>
          <a:xfrm>
            <a:off x="7688275" y="2926080"/>
            <a:ext cx="1419149" cy="640080"/>
          </a:xfrm>
          <a:custGeom>
            <a:avLst/>
            <a:gdLst/>
            <a:ahLst/>
            <a:cxnLst/>
            <a:rect l="l" t="t" r="r" b="b"/>
            <a:pathLst>
              <a:path w="1419149" h="640080">
                <a:moveTo>
                  <a:pt x="0" y="640080"/>
                </a:moveTo>
                <a:lnTo>
                  <a:pt x="1419149" y="640080"/>
                </a:lnTo>
                <a:lnTo>
                  <a:pt x="1419149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91856" y="3465576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88275" y="4581144"/>
            <a:ext cx="980237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7946136" y="4480559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构建 · 门禁</a:t>
            </a:r>
          </a:p>
        </p:txBody>
      </p:sp>
      <p:sp>
        <p:nvSpPr>
          <p:cNvPr id="51" name="Freeform 50"/>
          <p:cNvSpPr/>
          <p:nvPr/>
        </p:nvSpPr>
        <p:spPr>
          <a:xfrm>
            <a:off x="1847088" y="5175504"/>
            <a:ext cx="8326983" cy="530352"/>
          </a:xfrm>
          <a:custGeom>
            <a:avLst/>
            <a:gdLst/>
            <a:ahLst/>
            <a:cxnLst/>
            <a:rect l="l" t="t" r="r" b="b"/>
            <a:pathLst>
              <a:path w="8326983" h="530352">
                <a:moveTo>
                  <a:pt x="8326983" y="128016"/>
                </a:moveTo>
                <a:lnTo>
                  <a:pt x="8326983" y="530352"/>
                </a:lnTo>
                <a:lnTo>
                  <a:pt x="0" y="53035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681727" y="5605272"/>
            <a:ext cx="2560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回写：门禁判决 · 数值与质量偏差 · 实测耗时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