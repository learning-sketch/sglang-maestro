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11094415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11094415" cy="4572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26464"/>
            <a:ext cx="10692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1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模型接入与性能调优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66543"/>
            <a:ext cx="146304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128016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定目标与边界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066543"/>
            <a:ext cx="320040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0" y="2066543"/>
            <a:ext cx="64008" cy="98755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103120"/>
            <a:ext cx="2834640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066543"/>
            <a:ext cx="3749039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066543"/>
            <a:ext cx="64008" cy="9875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103120"/>
            <a:ext cx="3383279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规则验收 + 真机实测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真实服务 + 固定评测集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066543"/>
            <a:ext cx="118872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2066543"/>
            <a:ext cx="100584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49424" y="256032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5815583" y="2560320"/>
            <a:ext cx="34747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10021824" y="256032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2" name="Freeform 21"/>
          <p:cNvSpPr/>
          <p:nvPr/>
        </p:nvSpPr>
        <p:spPr>
          <a:xfrm>
            <a:off x="4160520" y="1901952"/>
            <a:ext cx="3931920" cy="164591"/>
          </a:xfrm>
          <a:custGeom>
            <a:avLst/>
            <a:gdLst/>
            <a:ahLst/>
            <a:cxnLst/>
            <a:rect l="l" t="t" r="r" b="b"/>
            <a:pathLst>
              <a:path w="3931920" h="164591">
                <a:moveTo>
                  <a:pt x="3931920" y="164591"/>
                </a:moveTo>
                <a:lnTo>
                  <a:pt x="3931920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160520" y="1901952"/>
            <a:ext cx="0" cy="146303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4754879" y="1609344"/>
            <a:ext cx="27432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不过即回退，带着原因退回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95344"/>
            <a:ext cx="11094415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895344"/>
            <a:ext cx="11094415" cy="4572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986783"/>
            <a:ext cx="10692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1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面向 M100 自动生成算子实现并调优，提升aten算子的覆盖泛化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26864"/>
            <a:ext cx="146304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26864"/>
            <a:ext cx="128016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输入规格与约束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4626864"/>
            <a:ext cx="320040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0" y="4626864"/>
            <a:ext cx="64008" cy="98755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79776" y="4663440"/>
            <a:ext cx="2834640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626864"/>
            <a:ext cx="3749039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626864"/>
            <a:ext cx="64008" cy="9875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4663440"/>
            <a:ext cx="3383279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判算子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规则驱动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单算子、多 Shape，与 Golden 对齐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32720" y="4626864"/>
            <a:ext cx="118872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0" y="4626864"/>
            <a:ext cx="100584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249424" y="512064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39" name="Connector 38"/>
          <p:cNvCxnSpPr/>
          <p:nvPr/>
        </p:nvCxnSpPr>
        <p:spPr>
          <a:xfrm>
            <a:off x="5815583" y="5120640"/>
            <a:ext cx="34747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>
            <a:off x="10021824" y="512064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1" name="Freeform 40"/>
          <p:cNvSpPr/>
          <p:nvPr/>
        </p:nvSpPr>
        <p:spPr>
          <a:xfrm>
            <a:off x="4160520" y="4462272"/>
            <a:ext cx="3931920" cy="164592"/>
          </a:xfrm>
          <a:custGeom>
            <a:avLst/>
            <a:gdLst/>
            <a:ahLst/>
            <a:cxnLst/>
            <a:rect l="l" t="t" r="r" b="b"/>
            <a:pathLst>
              <a:path w="3931920" h="164592">
                <a:moveTo>
                  <a:pt x="3931920" y="164592"/>
                </a:moveTo>
                <a:lnTo>
                  <a:pt x="3931920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160520" y="4462272"/>
            <a:ext cx="0" cy="146304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754879" y="4169663"/>
            <a:ext cx="27432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不过即淘汰，带着证据退回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3236976"/>
            <a:ext cx="11094415" cy="54864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960120" y="3346704"/>
            <a:ext cx="0" cy="329183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1143000" y="3236976"/>
            <a:ext cx="512064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模型层 → 算子层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定位的瓶颈算子，转成带输入规格的算子请求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446520" y="3346704"/>
            <a:ext cx="0" cy="329183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6629400" y="3236976"/>
            <a:ext cx="512064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算子层 → 模型层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新内核合入候选分支，重新执行模型层验收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998464"/>
            <a:ext cx="11094415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998464"/>
            <a:ext cx="73152" cy="65836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7824" y="6089903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关键：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算子kernel优化既要通过算子验收，更要通过整模型复验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" y="6309359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7 页是单步口径（ms/步），本页是服务口径（约束下的吞吐），两页的数不能直接对齐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