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控制器确定性调度，规划器唯一引入大模型；人只在合同、介入、验收三处与 Agent 交互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3225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 · 合同与验收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Human in the 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78224" y="1207008"/>
            <a:ext cx="38770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控制器定规则 · 规划器出方案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15984" y="1207008"/>
            <a:ext cx="262707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执行与被测系统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4688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102412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139696" cy="9326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冻结下发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人 → 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任务合同：精度 · 负载 · 门限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质量合同：数值探针 + 评测集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调优知识库：10 份 Skill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授权边界：测哪些 · 跳过哪些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34640"/>
            <a:ext cx="24688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834640"/>
            <a:ext cx="64008" cy="106070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880360"/>
            <a:ext cx="2139696" cy="96926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判决回报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Agent → 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最优版本与优化报告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逐轮可溯源的全量证据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账本自检异常与失败分类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结论边界：哪些不能外推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791456"/>
            <a:ext cx="24688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791456"/>
            <a:ext cx="64008" cy="713232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37176"/>
            <a:ext cx="2139696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按需介入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人 ⇄ 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复杂改动由人直接实现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人工补丁同样走全部门禁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1572768"/>
            <a:ext cx="2773375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9680" y="1572768"/>
            <a:ext cx="64008" cy="10241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59" y="1618488"/>
            <a:ext cx="2444191" cy="9326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构建与被测系统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SUT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原仓库原位建版本，隔离补丁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只编译登记组件 + 身份校验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服务启停与孤儿回收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SGLang · xInfer · M100 物理卡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2834640"/>
            <a:ext cx="2773375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283464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59" y="2880360"/>
            <a:ext cx="2444191" cy="96926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四道门禁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由便宜到贵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C 单算子隔离链提速 ≥ 2%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① 数值 |Δlogprob| ≤ 0.03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② 冻结评测集正确率不降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D 整模型三方 A/B 过噪声门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69680" y="4133087"/>
            <a:ext cx="277337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69680" y="4133087"/>
            <a:ext cx="64008" cy="137160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59" y="4178807"/>
            <a:ext cx="2444191" cy="12801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证据与产物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全部落盘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每次 Trial 独立成目录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账本 · trace · probe 结果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规划器每轮完整往来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被拒原因带回下一轮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控制器快照防中途换实现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31920" y="1517904"/>
            <a:ext cx="4023360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52620" y="1554480"/>
            <a:ext cx="3781958" cy="234086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52620" y="1554480"/>
            <a:ext cx="3781958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98924" y="1627632"/>
            <a:ext cx="348935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Python 确定性调度 · 无模型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98924" y="1883664"/>
            <a:ext cx="1680667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26940" y="1920240"/>
            <a:ext cx="1461211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状态机与恢复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optimization.py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状态流转 · 中断恢复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07608" y="1883664"/>
            <a:ext cx="1680667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1920240"/>
            <a:ext cx="1461211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账本与 Trace 归因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roofline.py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采样 · 归因 · 下界核算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98924" y="2523744"/>
            <a:ext cx="1680667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26940" y="2560320"/>
            <a:ext cx="1461211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工作区与构建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git_workspace.py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原位版本 · 隔离补丁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07608" y="2523744"/>
            <a:ext cx="1680667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2560320"/>
            <a:ext cx="1461211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服务与评测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benchmark.py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启停 · 压测 · 数值与质量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98924" y="3163824"/>
            <a:ext cx="1680667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26940" y="3200400"/>
            <a:ext cx="1461211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门禁与晋升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selfiterate_gates.py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噪声门 · 叠加 · 晋升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07608" y="3163824"/>
            <a:ext cx="1680667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35624" y="3200400"/>
            <a:ext cx="1461211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有界取证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planner_diagnostics.py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独立进程 probe · 有界产物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52620" y="4133087"/>
            <a:ext cx="3781958" cy="493776"/>
          </a:xfrm>
          <a:prstGeom prst="rect">
            <a:avLst/>
          </a:prstGeom>
          <a:solidFill>
            <a:srgbClr val="F2F8FD"/>
          </a:solidFill>
          <a:ln w="12700">
            <a:solidFill>
              <a:srgbClr val="40708B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规划器接口 · mailbox</a:t>
            </a:r>
            <a:r>
              <a:rPr sz="7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planner_mailbox.py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UUID + 请求 SHA + 动作 schema　·　上下文 ≤ 18 KB　·　往来落盘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052620" y="4791456"/>
            <a:ext cx="3781958" cy="713232"/>
          </a:xfrm>
          <a:prstGeom prst="roundRect">
            <a:avLst>
              <a:gd name="adj" fmla="val 10256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98924" y="4846320"/>
            <a:ext cx="246522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外部托管会话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90995" y="4873752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不能自行宣告成功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98924" y="5102352"/>
            <a:ext cx="348935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读模型源码与冻结证据，提出优化假设与补丁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动作受限：read / search / probe / patch / stop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718304" y="3913631"/>
            <a:ext cx="0" cy="201169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>
            <a:off x="4718304" y="4645151"/>
            <a:ext cx="0" cy="128017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53" name="Connector 52"/>
          <p:cNvCxnSpPr/>
          <p:nvPr/>
        </p:nvCxnSpPr>
        <p:spPr>
          <a:xfrm flipV="1">
            <a:off x="7168896" y="3877056"/>
            <a:ext cx="0" cy="274319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54" name="Connector 53"/>
          <p:cNvCxnSpPr/>
          <p:nvPr/>
        </p:nvCxnSpPr>
        <p:spPr>
          <a:xfrm flipV="1">
            <a:off x="7168896" y="4608576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4782312" y="3913631"/>
            <a:ext cx="1170432" cy="20116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请求：账本 + 最近证据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34455" y="3913631"/>
            <a:ext cx="1170432" cy="20116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提案：假设 + 补丁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054096" y="2084832"/>
            <a:ext cx="961948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58" name="Connector 57"/>
          <p:cNvCxnSpPr/>
          <p:nvPr/>
        </p:nvCxnSpPr>
        <p:spPr>
          <a:xfrm flipH="1">
            <a:off x="3054096" y="3364992"/>
            <a:ext cx="961948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59" name="Connector 58"/>
          <p:cNvCxnSpPr/>
          <p:nvPr/>
        </p:nvCxnSpPr>
        <p:spPr>
          <a:xfrm>
            <a:off x="3054096" y="5148072"/>
            <a:ext cx="961948" cy="0"/>
          </a:xfrm>
          <a:prstGeom prst="line">
            <a:avLst/>
          </a:prstGeom>
          <a:ln w="19050">
            <a:solidFill>
              <a:srgbClr val="D2690C"/>
            </a:solidFill>
            <a:headEnd type="triangle" w="med" len="med"/>
            <a:tailEnd type="triangle" w="med" len="med"/>
          </a:ln>
        </p:spPr>
      </p:cxnSp>
      <p:sp>
        <p:nvSpPr>
          <p:cNvPr id="60" name="Rounded Rectangle 59"/>
          <p:cNvSpPr/>
          <p:nvPr/>
        </p:nvSpPr>
        <p:spPr>
          <a:xfrm>
            <a:off x="3108960" y="1828800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合同 · 授权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108960" y="3108960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报告 · 证据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163824" y="4892040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协同实现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46719" y="1828800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补丁 · 构建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01583" y="3108960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判据结果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871155" y="2084832"/>
            <a:ext cx="961949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66" name="Connector 65"/>
          <p:cNvCxnSpPr/>
          <p:nvPr/>
        </p:nvCxnSpPr>
        <p:spPr>
          <a:xfrm flipH="1">
            <a:off x="7871155" y="3364992"/>
            <a:ext cx="961949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67" name="Connector 66"/>
          <p:cNvCxnSpPr/>
          <p:nvPr/>
        </p:nvCxnSpPr>
        <p:spPr>
          <a:xfrm>
            <a:off x="9326880" y="2615184"/>
            <a:ext cx="0" cy="201168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68" name="TextBox 67"/>
          <p:cNvSpPr txBox="1"/>
          <p:nvPr/>
        </p:nvSpPr>
        <p:spPr>
          <a:xfrm>
            <a:off x="9436607" y="2596896"/>
            <a:ext cx="220644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trace · 数值 · 质量 · 吞吐</a:t>
            </a:r>
          </a:p>
        </p:txBody>
      </p:sp>
      <p:sp>
        <p:nvSpPr>
          <p:cNvPr id="69" name="Freeform 68"/>
          <p:cNvSpPr/>
          <p:nvPr/>
        </p:nvSpPr>
        <p:spPr>
          <a:xfrm>
            <a:off x="7871155" y="4379975"/>
            <a:ext cx="961949" cy="438913"/>
          </a:xfrm>
          <a:custGeom>
            <a:avLst/>
            <a:gdLst/>
            <a:ahLst/>
            <a:cxnLst/>
            <a:rect l="l" t="t" r="r" b="b"/>
            <a:pathLst>
              <a:path w="961949" h="438913">
                <a:moveTo>
                  <a:pt x="961949" y="438913"/>
                </a:moveTo>
                <a:lnTo>
                  <a:pt x="212141" y="438913"/>
                </a:lnTo>
                <a:lnTo>
                  <a:pt x="212141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38160" y="4581144"/>
            <a:ext cx="6400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账本 · 证据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规划器只提假设与补丁；数值、质量与性能收益全部由控制器独立核验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5054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1104" y="1207008"/>
            <a:ext cx="32552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076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1207008"/>
            <a:ext cx="306598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23744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23744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9463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77056"/>
            <a:ext cx="265176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64008" cy="129844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22776"/>
            <a:ext cx="2322576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572768"/>
            <a:ext cx="3212287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1572768"/>
            <a:ext cx="64008" cy="10789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8" y="1618488"/>
            <a:ext cx="2883103" cy="98755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0768" y="3877056"/>
            <a:ext cx="3212287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3877056"/>
            <a:ext cx="64008" cy="12984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3922776"/>
            <a:ext cx="2883103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517904"/>
            <a:ext cx="3401568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8894" y="1572768"/>
            <a:ext cx="2993379" cy="457200"/>
          </a:xfrm>
          <a:prstGeom prst="roundRect">
            <a:avLst>
              <a:gd name="adj" fmla="val 16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894" y="2176272"/>
            <a:ext cx="2993379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15584" y="2039111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318894" y="2798064"/>
            <a:ext cx="2993379" cy="1316736"/>
          </a:xfrm>
          <a:prstGeom prst="roundRect">
            <a:avLst>
              <a:gd name="adj" fmla="val 5555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8894" y="2999232"/>
            <a:ext cx="299337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3337560"/>
            <a:ext cx="1316736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894" y="3639312"/>
            <a:ext cx="299337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15584" y="2660903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318894" y="4261104"/>
            <a:ext cx="2993379" cy="530352"/>
          </a:xfrm>
          <a:prstGeom prst="roundRect">
            <a:avLst>
              <a:gd name="adj" fmla="val 13793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15584" y="4123944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318894" y="4974336"/>
            <a:ext cx="2993379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交付最优 Kernel 代码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5584" y="4800600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5907024" y="4791456"/>
            <a:ext cx="10058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发布达标实现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236976" y="1609344"/>
            <a:ext cx="146304" cy="1609343"/>
          </a:xfrm>
          <a:prstGeom prst="rightBrace">
            <a:avLst>
              <a:gd name="adj1" fmla="val 80000"/>
              <a:gd name="adj2" fmla="val 50000"/>
            </a:avLst>
          </a:pr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414015"/>
            <a:ext cx="87160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3401568" y="2157984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 / 感知</a:t>
            </a:r>
          </a:p>
        </p:txBody>
      </p:sp>
      <p:sp>
        <p:nvSpPr>
          <p:cNvPr id="44" name="Freeform 43"/>
          <p:cNvSpPr/>
          <p:nvPr/>
        </p:nvSpPr>
        <p:spPr>
          <a:xfrm>
            <a:off x="2871216" y="3456432"/>
            <a:ext cx="1411102" cy="393192"/>
          </a:xfrm>
          <a:custGeom>
            <a:avLst/>
            <a:gdLst/>
            <a:ahLst/>
            <a:cxnLst/>
            <a:rect l="l" t="t" r="r" b="b"/>
            <a:pathLst>
              <a:path w="1411102" h="393192">
                <a:moveTo>
                  <a:pt x="0" y="393192"/>
                </a:moveTo>
                <a:lnTo>
                  <a:pt x="0" y="0"/>
                </a:lnTo>
                <a:lnTo>
                  <a:pt x="1411102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38727" y="320040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6" name="Freeform 45"/>
          <p:cNvSpPr/>
          <p:nvPr/>
        </p:nvSpPr>
        <p:spPr>
          <a:xfrm>
            <a:off x="7348849" y="2688336"/>
            <a:ext cx="1411103" cy="768096"/>
          </a:xfrm>
          <a:custGeom>
            <a:avLst/>
            <a:gdLst/>
            <a:ahLst/>
            <a:cxnLst/>
            <a:rect l="l" t="t" r="r" b="b"/>
            <a:pathLst>
              <a:path w="1411103" h="768096">
                <a:moveTo>
                  <a:pt x="0" y="768096"/>
                </a:moveTo>
                <a:lnTo>
                  <a:pt x="1411103" y="768096"/>
                </a:lnTo>
                <a:lnTo>
                  <a:pt x="1411103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6" y="3200400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按需调用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48849" y="4526280"/>
            <a:ext cx="1045343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671816" y="4270248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50" name="Freeform 49"/>
          <p:cNvSpPr/>
          <p:nvPr/>
        </p:nvSpPr>
        <p:spPr>
          <a:xfrm>
            <a:off x="1874519" y="5212080"/>
            <a:ext cx="8162392" cy="493776"/>
          </a:xfrm>
          <a:custGeom>
            <a:avLst/>
            <a:gdLst/>
            <a:ahLst/>
            <a:cxnLst/>
            <a:rect l="l" t="t" r="r" b="b"/>
            <a:pathLst>
              <a:path w="8162392" h="493776">
                <a:moveTo>
                  <a:pt x="8162392" y="0"/>
                </a:moveTo>
                <a:lnTo>
                  <a:pt x="8162392" y="493776"/>
                </a:lnTo>
                <a:lnTo>
                  <a:pt x="0" y="49377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45152" y="5605272"/>
            <a:ext cx="23408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8–9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