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64008" cy="347472"/>
          </a:xfrm>
          <a:prstGeom prst="rect">
            <a:avLst/>
          </a:prstGeom>
          <a:solidFill>
            <a:srgbClr val="30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01752"/>
            <a:ext cx="950976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M100 Agent：找到之后，改是怎么发生的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50976"/>
            <a:ext cx="11094415" cy="31089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50976"/>
            <a:ext cx="10728655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一轮闭环　</a:t>
            </a: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trace → 归因 → 账本排序 → 提假设 → 证据检查 → 隔离补丁 + 登记构建 → C 筛选 → 数值与质量门 → D 三方复验 → 晋升 → 回到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3539642" cy="102412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9888"/>
            <a:ext cx="54864" cy="102412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44752"/>
            <a:ext cx="313730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Codex subagent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45920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/root/optimization_planner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847088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读真实源码与冻结记录，形成假设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29968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提出结构化动作：读源码 / 补丁 / 微实验 / 候选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12848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本轮唯一规划器，补丁由它自己写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6026" y="1389888"/>
            <a:ext cx="3539642" cy="1024128"/>
          </a:xfrm>
          <a:prstGeom prst="rect">
            <a:avLst/>
          </a:prstGeom>
          <a:solidFill>
            <a:srgbClr val="F6F7F9"/>
          </a:solidFill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482" y="1444752"/>
            <a:ext cx="313730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planner_mailbox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5482" y="1645920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请求与回复都带身份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5482" y="1847088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单次请求含 UUID + 请求 SHA + 动作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5482" y="2029968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回复须与请求 ID / SHA 匹配并提供来源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5482" y="2212848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请求、回复、失败全部落盘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24858" y="1901952"/>
            <a:ext cx="164592" cy="0"/>
          </a:xfrm>
          <a:prstGeom prst="line">
            <a:avLst/>
          </a:prstGeom>
          <a:ln w="15875">
            <a:solidFill>
              <a:srgbClr val="8C96A1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8103412" y="1389888"/>
            <a:ext cx="3539642" cy="102412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3412" y="1389888"/>
            <a:ext cx="54864" cy="1024128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2868" y="1444752"/>
            <a:ext cx="313730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Python 控制器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868" y="1645920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落地与判决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868" y="1847088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设备锁、状态机、源码工作区、构建、服务启停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2868" y="2029968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三道门、错误记录、best 晋升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2868" y="2212848"/>
            <a:ext cx="313730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候选的成败由它说了算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02244" y="1901952"/>
            <a:ext cx="164592" cy="0"/>
          </a:xfrm>
          <a:prstGeom prst="line">
            <a:avLst/>
          </a:prstGeom>
          <a:ln w="15875">
            <a:solidFill>
              <a:srgbClr val="8C96A1"/>
            </a:solidFill>
            <a:tailEnd type="triangle" w="med" len="med"/>
          </a:ln>
        </p:spPr>
      </p:cxnSp>
      <p:sp>
        <p:nvSpPr>
          <p:cNvPr id="28" name="TextBox 27"/>
          <p:cNvSpPr txBox="1"/>
          <p:nvPr/>
        </p:nvSpPr>
        <p:spPr>
          <a:xfrm>
            <a:off x="548640" y="2468880"/>
            <a:ext cx="11094415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硬约束　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规划器不能自行宣布实验成功：数值、图文质量与性能收益，全部由控制器独立检查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743200"/>
            <a:ext cx="6858000" cy="241401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2798064"/>
            <a:ext cx="6455664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一个算子链的五步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148.7 → 16.8 µs，合计 8.8 倍 · 每步都在隔离链上精确重测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090672"/>
            <a:ext cx="9601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步 · 候选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3090672"/>
            <a:ext cx="26974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做了什么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3090672"/>
            <a:ext cx="110642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耗时 · 虚线=省掉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78424" y="3090672"/>
            <a:ext cx="93268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µs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1" y="3090672"/>
            <a:ext cx="5486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加速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9808" y="3310128"/>
            <a:ext cx="6455664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749808" y="3346704"/>
            <a:ext cx="96012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基线</a:t>
            </a: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5648" y="3346704"/>
            <a:ext cx="269748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原始 Q/K Norm + MRoPE 路径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98848" y="3406140"/>
            <a:ext cx="1106424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78424" y="3346704"/>
            <a:ext cx="9326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148.7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1" y="3346704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3584448"/>
            <a:ext cx="96012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　001→002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3584448"/>
            <a:ext cx="269748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Torch FP32 统计 + native MRoPE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98848" y="3643884"/>
            <a:ext cx="900166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99014" y="3643884"/>
            <a:ext cx="206257" cy="118872"/>
          </a:xfrm>
          <a:prstGeom prst="rect">
            <a:avLst/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78424" y="3584448"/>
            <a:ext cx="9326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148.7 → 121.0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1" y="3584448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+23%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3822191"/>
            <a:ext cx="96012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　003→004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5648" y="3822191"/>
            <a:ext cx="269748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native tail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98848" y="3881628"/>
            <a:ext cx="489786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88634" y="3881628"/>
            <a:ext cx="407522" cy="118872"/>
          </a:xfrm>
          <a:prstGeom prst="rect">
            <a:avLst/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78424" y="3822191"/>
            <a:ext cx="9326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120.6 → 65.8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1" y="3822191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+83%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4059935"/>
            <a:ext cx="96012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　009→010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4059935"/>
            <a:ext cx="269748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native stats + Torch rsqrt，支持真实 stride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98848" y="4119372"/>
            <a:ext cx="224883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23731" y="4119372"/>
            <a:ext cx="264872" cy="118872"/>
          </a:xfrm>
          <a:prstGeom prst="rect">
            <a:avLst/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78424" y="4059935"/>
            <a:ext cx="9326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65.8 → 30.2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56831" y="4059935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+118%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4297679"/>
            <a:ext cx="96012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　012→013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55648" y="4297679"/>
            <a:ext cx="269748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单核 mode3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98848" y="4357116"/>
            <a:ext cx="149324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48172" y="4357116"/>
            <a:ext cx="75596" cy="118872"/>
          </a:xfrm>
          <a:prstGeom prst="rect">
            <a:avLst/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78424" y="4297679"/>
            <a:ext cx="9326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30.2 → 20.1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6831" y="4297679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+51%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8" y="4535423"/>
            <a:ext cx="96012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5</a:t>
            </a: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　025→026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55648" y="4535423"/>
            <a:ext cx="269748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group4：4 head/CTA，warp 不变、减发射数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98848" y="4594859"/>
            <a:ext cx="125303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78424" y="4535423"/>
            <a:ext cx="9326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20.0 → 16.8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56831" y="4535423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+19%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49808" y="4800599"/>
            <a:ext cx="6455664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749808" y="4828031"/>
            <a:ext cx="96012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旁线</a:t>
            </a:r>
            <a:r>
              <a:rPr sz="8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　020→021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55648" y="4828031"/>
            <a:ext cx="269748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开 klx_moe_prepare_input 插件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98848" y="4828031"/>
            <a:ext cx="110642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另一条链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78424" y="4828031"/>
            <a:ext cx="9326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240.3 → 216.9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56831" y="4828031"/>
            <a:ext cx="5486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+11%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19" y="2743200"/>
            <a:ext cx="4053535" cy="241401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90688" y="2798064"/>
            <a:ext cx="365119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三轮端到端复验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隔离链的收益不算数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35823" y="3108960"/>
            <a:ext cx="3760927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82127" y="3145536"/>
            <a:ext cx="3468319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008</a:t>
            </a: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002+004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82127" y="3346704"/>
            <a:ext cx="3468319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c128 1399.47 → 1504.50 tok/s（+7.51%）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82127" y="3520440"/>
            <a:ext cx="3468319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c32 名义 +3.02%，噪声门 4.84%，不单独确认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35823" y="3767328"/>
            <a:ext cx="3760927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82127" y="3803904"/>
            <a:ext cx="3468319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019</a:t>
            </a: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010+013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82127" y="4005072"/>
            <a:ext cx="3468319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全 5 档同库对照，三道门全过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82127" y="4178808"/>
            <a:ext cx="3468319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c1 +50.0% · c32 +37.1% · c128 +35.9%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35823" y="4425696"/>
            <a:ext cx="3760927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82127" y="4462272"/>
            <a:ext cx="3468319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034</a:t>
            </a:r>
            <a:r>
              <a:rPr sz="9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　021+026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82127" y="4663440"/>
            <a:ext cx="3468319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按授权只测 c32：1409.66 tok/s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82127" y="4837176"/>
            <a:ext cx="3468319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相对原始 +45.61%，相对上一验收版 +6.96%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5285232"/>
            <a:ext cx="11094415" cy="49377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8640" y="5285232"/>
            <a:ext cx="64008" cy="493776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9536" y="5285232"/>
            <a:ext cx="10454335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RoPE 链 7.196 ms / 912 个 kernel → 0.723 ms / 48 个；真实首层 19 个 kernel 收成 1 个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5888736"/>
            <a:ext cx="4572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" y="5888736"/>
            <a:ext cx="10637215" cy="4389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native 构建只编译登记过的 standalone 算子组件，未重编整个 xInfer 库；SGLang 与 xInfer 用原仓库原 Git 版本，不另起开发树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这个 native kernel 由 subagent 自己写，不是 xpugen 生成；规划器依赖当前 Codex 会话托管，独立跑控制器还不能自行拉起，长跑能力尚未闭环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