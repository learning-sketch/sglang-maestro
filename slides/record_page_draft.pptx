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64008" cy="347472"/>
          </a:xfrm>
          <a:prstGeom prst="rect">
            <a:avLst/>
          </a:prstGeom>
          <a:solidFill>
            <a:srgbClr val="30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01752"/>
            <a:ext cx="95097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M100 Agent：Qwen3-VL-30B-A3B 优化记录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4415" cy="3108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28655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使用模型　</a:t>
            </a:r>
            <a:r>
              <a:rPr sz="10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MoE 128 选 8 · 48 层 · M100 单卡 TP1 · 输入 / 输出各 1K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优化目标　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Decode 阶段输出吞吐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291072" cy="309067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99616"/>
            <a:ext cx="5888736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每类算子离理论上限多远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46504"/>
            <a:ext cx="588873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32 并发纯 Decode · 每步耗时 ms · 理论上限 = 访存字节 ÷ 1100 GB/s（实测带宽）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75104"/>
            <a:ext cx="15727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75104"/>
            <a:ext cx="19202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上限内　</a:t>
            </a:r>
            <a:r>
              <a:rPr sz="9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超出　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▭</a:t>
            </a: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 交付省掉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975104"/>
            <a:ext cx="84124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基线 → 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975104"/>
            <a:ext cx="74980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离上限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975104"/>
            <a:ext cx="62179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对应改动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203704"/>
            <a:ext cx="5888736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49808" y="2249424"/>
            <a:ext cx="588873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大块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读权重、读 KV · 13.46 → 13.30 ms · 基线占每步 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450592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专家 GEMM（fp8）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505456"/>
            <a:ext cx="1845715" cy="118872"/>
          </a:xfrm>
          <a:prstGeom prst="rect">
            <a:avLst/>
          </a:prstGeom>
          <a:solidFill>
            <a:srgbClr val="DDE2E7"/>
          </a:solidFill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450592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8.46 → 8.33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450592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未核算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450592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679192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734056"/>
            <a:ext cx="624839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2734056"/>
            <a:ext cx="624839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679192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2.82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679192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2679192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2907792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稠密 GEMM（QKV/O/头）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962656"/>
            <a:ext cx="476385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2962656"/>
            <a:ext cx="476385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2907792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2907792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2907792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136392"/>
            <a:ext cx="588873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小核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搬得少、开销大 · 9.47 → 7.72 ms · 基线占每步 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337560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专家重排与合并（含路由）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392424"/>
            <a:ext cx="686880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392424"/>
            <a:ext cx="25380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3337560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337560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27×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337560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2</a:t>
            </a: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4</a:t>
            </a: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66727F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566160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逐元素 + 量化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621024"/>
            <a:ext cx="387755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77440" y="3621024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65195" y="3621024"/>
            <a:ext cx="389971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5968" y="3566160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3.51 → 1.75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3566160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82× → 41×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6752" y="3566160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794760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3D-RoPE（多模态）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3849624"/>
            <a:ext cx="41434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0" y="3849624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64936" y="3794760"/>
            <a:ext cx="13716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← 离上限最远，还没动过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3794760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1.87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9" y="3794760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73×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3794760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023360"/>
            <a:ext cx="159105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Norm 与其他小核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4078224"/>
            <a:ext cx="22157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77440" y="4078224"/>
            <a:ext cx="18288" cy="118872"/>
          </a:xfrm>
          <a:prstGeom prst="rect">
            <a:avLst/>
          </a:prstGeom>
          <a:solidFill>
            <a:srgbClr val="8C9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15968" y="4023360"/>
            <a:ext cx="84124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~1.0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79" y="4023360"/>
            <a:ext cx="74980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44×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6752" y="4023360"/>
            <a:ext cx="62179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49808" y="4288536"/>
            <a:ext cx="5888736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749808" y="4325112"/>
            <a:ext cx="588873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整步</a:t>
            </a: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device 24.7 → 22.2 ms（−10%），其中逐元素 + 量化省 1.76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1444752"/>
            <a:ext cx="4620463" cy="309067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59" y="1517904"/>
            <a:ext cx="421812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优化记录</a:t>
            </a: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10 个候选归成 5 组 · 编号对应左表最右列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50607" y="1865376"/>
            <a:ext cx="4364431" cy="44805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2048" y="1901952"/>
            <a:ext cx="25603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34656" y="1901952"/>
            <a:ext cx="28831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17759" y="1901952"/>
            <a:ext cx="10058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34656" y="2130552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逐元素 3.08 ms 与量化 0.43 ms 合成一个核：每步 3.51 → 1.75 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50607" y="2368296"/>
            <a:ext cx="4364431" cy="44805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42048" y="2404872"/>
            <a:ext cx="25603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6" y="2404872"/>
            <a:ext cx="28831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量化 + shuffle 换成耗时恒定的核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17759" y="2404872"/>
            <a:ext cx="10058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34656" y="2633472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旧核随规模从 20 涨到 141 µs；新核单测快 5.43 倍，整机吞吐 +3%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42048" y="2907791"/>
            <a:ext cx="25603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34656" y="2907791"/>
            <a:ext cx="28831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调 grouped-GEMM 的分组旋钮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17759" y="2907791"/>
            <a:ext cx="10058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① ③ 拦下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34656" y="3136391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关掉分组算错（cos 0.000）；强制不分组慢 20%；四种模式完全同速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34656" y="3310127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开销在闭源核内部，模型层调参动不了，要靠算子层改核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42048" y="3584448"/>
            <a:ext cx="25603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382F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34656" y="3584448"/>
            <a:ext cx="28831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FFN 输出合并换成 shuffle_mul_sum_sdnn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17759" y="3584448"/>
            <a:ext cx="10058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③ 拦下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34656" y="3813048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速度只有原来的 0.61 倍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42048" y="4087368"/>
            <a:ext cx="25603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27F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34656" y="4087368"/>
            <a:ext cx="28831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17759" y="4087368"/>
            <a:ext cx="10058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算过，不接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34656" y="4315968"/>
            <a:ext cx="3888943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内核快 1 倍、数值也对，但只占出字间隔的 0.9%：再快也最多省 0.9%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4663440"/>
            <a:ext cx="2788920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同一交付，换个并发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输出吞吐 tok/s，并发越高收益越大：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换掉的小核随规模变慢（第 2 组 20 → 141 µs）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29000" y="4663440"/>
            <a:ext cx="154039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75304" y="4700016"/>
            <a:ext cx="1247790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75304" y="4873752"/>
            <a:ext cx="124779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+9.9%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75304" y="5074920"/>
            <a:ext cx="1247790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94.9 → 104.3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97414" y="4663440"/>
            <a:ext cx="154039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43718" y="4700016"/>
            <a:ext cx="1247790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c32 · 左表工作点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43718" y="4873752"/>
            <a:ext cx="124779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+22.5%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43718" y="5074920"/>
            <a:ext cx="1247790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959.6 → 1175.7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5828" y="4663440"/>
            <a:ext cx="154039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12132" y="4700016"/>
            <a:ext cx="1247790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c64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12132" y="4873752"/>
            <a:ext cx="124779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+30.7%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12132" y="5074920"/>
            <a:ext cx="1247790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1199.9 → 1567.7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34242" y="4663440"/>
            <a:ext cx="154039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0546" y="4700016"/>
            <a:ext cx="1247790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c96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80546" y="4873752"/>
            <a:ext cx="124779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+35.3%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80546" y="5074920"/>
            <a:ext cx="1247790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1307.3 → 1768.8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102656" y="4663440"/>
            <a:ext cx="1540398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48960" y="4700016"/>
            <a:ext cx="1247790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c128 · 峰值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48960" y="4873752"/>
            <a:ext cx="124779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+37.4%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48960" y="5074920"/>
            <a:ext cx="1247790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1370.0 → 1883.0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376672"/>
            <a:ext cx="11094415" cy="4937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8640" y="5376672"/>
            <a:ext cx="64008" cy="49377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536" y="5376672"/>
            <a:ext cx="10454335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结论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Attention 搬 3.2 GB 只要 2.8 ms，小核合计只搬 0.23 GB 却要 9.5 ms；交付只换了小核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5943600"/>
            <a:ext cx="110944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口径　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左表关 CUDA Graph 逐核计时，吞吐开 CUDA Graph 实测；专家 GEMM 的访存量取决于每步激活了哪些专家，上限未单独核算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