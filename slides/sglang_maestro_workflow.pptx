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sglang-maestro 工作流程：适配、分析与调优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输入模型、芯片和业务负载，自动完成适配分析、性能诊断和特性调优；下一步由执行器把方案自动落地到真机，实测数据回流形成闭环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自动分析与决策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一条命令 sglang-maestro run 串起全流程，各环节也可单独调用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HF config.json 或权重目录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72284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H20 或自定义设备（YAML 规格）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输入输出长度、到达率、SLO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61588"/>
            <a:ext cx="2011680" cy="53492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实测数据（可选）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trace、server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判断架构是否已被 SGLang 支持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平台插件需实现的接口清单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算子缺口、精度路线与最少卡数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改动原则与分步适配计划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41722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88610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2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8610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Roofline 定位算力 / 带宽 / 通信瓶颈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 诊断：融合算子、通算重叠、多流并行、权重预取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算子性能异常：未走图、主机同步、耗时离群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14564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7661452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特性调优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61452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逐项评估 DP attention / CP / SP / HiCache / EP / TBO / EPLB / 投机解码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给出适配要求、调优参数与预估收益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合并为组合启动配置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68880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9887407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10134295" y="1627632"/>
            <a:ext cx="16459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方案与配置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适配清单与分步计划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性能诊断与优化建议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调优后的启动配置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结论附源码出处</a:t>
            </a:r>
          </a:p>
          <a:p>
            <a:pPr algn="l" latinLnBrk="0">
              <a:lnSpc>
                <a:spcPct val="100000"/>
              </a:lnSpc>
              <a:spcBef>
                <a:spcPts val="800"/>
              </a:spcBef>
              <a:spcAft>
                <a:spcPts val="1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下一页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场景 5 自动性能测评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15768" y="4224528"/>
            <a:ext cx="7125919" cy="566928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4224528"/>
            <a:ext cx="1051560" cy="566928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知识底座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各环节共用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67328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3767328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SGLang 源码知识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按固定 commit 自动抽取：参数、模型、平台接口、融合算子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92114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792114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规则库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每条规则附 SGLang 源码出处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16900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816900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 + 离散事件仿真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预测单步耗时、吞吐与 SLO 达成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4882896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自动落地闭环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执行器（规划中）在真机上自动执行：默认只打印命令（dry-run），显式加 --allow-exec 才真正执行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实测回流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trace、日志、压测结果回到输入：诊断真实瓶颈、校准成本模型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2978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自动调优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候选配置在真机上自动 A/B，按实测选优并回写配置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4012082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8234476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自动适配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按适配清单生成平台插件骨架、算子注册和 torch 参考实现，自动跑冒烟与精度对比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23580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>
            <a:off x="10957255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417320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原则：确定性、离线、可复现 · 数值来自成本模型与仿真，不依赖大模型估算 · 每条结论附证据与源码出处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场景 5：自动性能测评与最优部署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给定业务场景和 SLO，自动生成候选方案、仿真测评、选出最省卡的方案并生成压测脚本；实测结果回来后自动比对、校准并重新选优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自动测评与选优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对应 sglang-maestro deploy，run 会在场景 3 之后自动执行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模型与调优配置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来自场景 1–3 的结论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72284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芯片与卡数预算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芯片规格 YAML、最多可用卡数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业务场景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长度分布、到达率与 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61588"/>
            <a:ext cx="2011680" cy="53492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实测结果（可选）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基于场景 3 的调优配置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枚举实例规格：并行布局与特性组合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混部与 PD 分离两种形态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50943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4561255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2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仿真测评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1255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成本模型算 prefill / decode 单步耗时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离散事件仿真请求排队、批处理与路由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二分求单实例达标的最高到达率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96431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6406743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6743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给定到达率：满足 SLO 且卡数最少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不给到达率：预算内每卡吞吐最高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PD 分离省卡 10% 以上才选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41919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8252231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测评脚本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2231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把实例放置到各台机器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生成启动、路由、健康检查命令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压测命令按业务场景重放请求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9887407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10134295" y="1627632"/>
            <a:ext cx="16459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测评报告与方案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各项指标的预测值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候选方案对比与选择理由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部署命令与上线步骤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有实测时：实测与预测偏差表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5768" y="4224528"/>
            <a:ext cx="7125919" cy="566928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15768" y="4224528"/>
            <a:ext cx="1051560" cy="566928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测评指标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预测值与实测值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67328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3767328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TTFT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82199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4982199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TPOT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197071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197071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输出吞吐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总量与每卡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11943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7411943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SLO 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达标请求占比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6815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8626815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卡数与实例数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4882896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预测与实测对不上时，自动校准成本模型并重新选优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校准并重新选优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拟合 prefill / decode 系数，带校准重新规划部署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2978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自动比对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实测与预测逐项比对，超出 ±20% 判为偏差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012082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2" name="Rectangle 41"/>
          <p:cNvSpPr/>
          <p:nvPr/>
        </p:nvSpPr>
        <p:spPr>
          <a:xfrm>
            <a:off x="8234476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真机压测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执行器自动启动服务、跑压测、收集日志；目前由人按生成的命令执行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923580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44" name="Connector 43"/>
          <p:cNvCxnSpPr/>
          <p:nvPr/>
        </p:nvCxnSpPr>
        <p:spPr>
          <a:xfrm>
            <a:off x="10957255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45" name="Connector 44"/>
          <p:cNvCxnSpPr/>
          <p:nvPr/>
        </p:nvCxnSpPr>
        <p:spPr>
          <a:xfrm flipV="1">
            <a:off x="1417320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命令：sglang-maestro deploy --model &lt;模型&gt; --hardware &lt;芯片&gt; --workload &lt;业务场景&gt; [--calibration &lt;校准文件&gt;]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